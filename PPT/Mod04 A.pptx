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18" r:id="rId2"/>
    <p:sldMasterId id="2147483730" r:id="rId3"/>
  </p:sldMasterIdLst>
  <p:notesMasterIdLst>
    <p:notesMasterId r:id="rId54"/>
  </p:notesMasterIdLst>
  <p:sldIdLst>
    <p:sldId id="445" r:id="rId4"/>
    <p:sldId id="461" r:id="rId5"/>
    <p:sldId id="467" r:id="rId6"/>
    <p:sldId id="565" r:id="rId7"/>
    <p:sldId id="469" r:id="rId8"/>
    <p:sldId id="608" r:id="rId9"/>
    <p:sldId id="616" r:id="rId10"/>
    <p:sldId id="609" r:id="rId11"/>
    <p:sldId id="617" r:id="rId12"/>
    <p:sldId id="618" r:id="rId13"/>
    <p:sldId id="610" r:id="rId14"/>
    <p:sldId id="611" r:id="rId15"/>
    <p:sldId id="612" r:id="rId16"/>
    <p:sldId id="613" r:id="rId17"/>
    <p:sldId id="574" r:id="rId18"/>
    <p:sldId id="586" r:id="rId19"/>
    <p:sldId id="619" r:id="rId20"/>
    <p:sldId id="620" r:id="rId21"/>
    <p:sldId id="621" r:id="rId22"/>
    <p:sldId id="623" r:id="rId23"/>
    <p:sldId id="624" r:id="rId24"/>
    <p:sldId id="622" r:id="rId25"/>
    <p:sldId id="625" r:id="rId26"/>
    <p:sldId id="575" r:id="rId27"/>
    <p:sldId id="593" r:id="rId28"/>
    <p:sldId id="626" r:id="rId29"/>
    <p:sldId id="634" r:id="rId30"/>
    <p:sldId id="635" r:id="rId31"/>
    <p:sldId id="627" r:id="rId32"/>
    <p:sldId id="628" r:id="rId33"/>
    <p:sldId id="629" r:id="rId34"/>
    <p:sldId id="630" r:id="rId35"/>
    <p:sldId id="631" r:id="rId36"/>
    <p:sldId id="636" r:id="rId37"/>
    <p:sldId id="632" r:id="rId38"/>
    <p:sldId id="637" r:id="rId39"/>
    <p:sldId id="638" r:id="rId40"/>
    <p:sldId id="576" r:id="rId41"/>
    <p:sldId id="633" r:id="rId42"/>
    <p:sldId id="639" r:id="rId43"/>
    <p:sldId id="640" r:id="rId44"/>
    <p:sldId id="641" r:id="rId45"/>
    <p:sldId id="642" r:id="rId46"/>
    <p:sldId id="572" r:id="rId47"/>
    <p:sldId id="644" r:id="rId48"/>
    <p:sldId id="579" r:id="rId49"/>
    <p:sldId id="643" r:id="rId50"/>
    <p:sldId id="645" r:id="rId51"/>
    <p:sldId id="646" r:id="rId52"/>
    <p:sldId id="460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E3E"/>
    <a:srgbClr val="185C37"/>
    <a:srgbClr val="0285CB"/>
    <a:srgbClr val="002060"/>
    <a:srgbClr val="185194"/>
    <a:srgbClr val="DCE5F4"/>
    <a:srgbClr val="C5E0F5"/>
    <a:srgbClr val="DEE6F4"/>
    <a:srgbClr val="55A2EA"/>
    <a:srgbClr val="F58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96" autoAdjust="0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5EA4C-C730-45EE-962B-B75D339BE598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EEA2C-B15A-41FB-8CEE-35D5B1FD1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1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0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7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11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2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4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4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6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88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8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2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8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73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31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7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6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8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82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6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E628-2295-60C3-554B-F69E258C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4C919-552B-4185-4905-0A757EFBE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2A18-DD51-A715-AA07-3AC35E76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25B3-236F-BAF5-5652-A317BE78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E9B-AB16-03FF-E3B5-F08ECD1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9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1B833-7404-8AFF-519B-2D646F42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CBC-D474-A9EE-0C80-1B6532AA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8A8C-3126-4E7D-80EB-B4C08400A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FED16-F5A6-D00B-4AAA-31A9CBA5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8A1E-7E44-AB63-5129-3474C48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703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419C-0981-F5B1-5D2A-CCD7E09E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8433-A6B3-E369-9D17-B42E71A7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DC4B-B5A8-BD42-8713-E2541CE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44096-DA24-D161-7995-C7CB1FDB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CEA4-D9A3-0922-F2E3-4C4845DB2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883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4F0-356E-C304-3638-8E1DD187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5A28-EF5F-C786-3BD1-616C8D19B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ED6FF-F127-182E-A5C1-53E5DD3C2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7732D-AA97-B0D8-852D-EC24F4B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C093-26A6-6390-5220-AB19AF9C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C467-3675-ABA2-5ACF-ED3DCC839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94EF6-8F6A-C449-56C0-4704F8B1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501C1-B182-ED07-B6D9-E2DB79F27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F3AA-B86A-C2EE-225A-4A260F6A0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E46D-8B89-72AA-1F93-101539E95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897D-14A4-AACB-FFF9-89CE1972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7E40B-0173-615D-22C5-9BFE79C4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6794A-32C5-1657-D308-2B9BA52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DB5EF-CD48-1595-B798-8D879C9D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942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7128-C371-3E31-E353-5B514143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99A92-FC3E-64AE-6505-D4313DB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48D0-5A47-80EC-ADD6-A6FDEED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04F37-CEDB-64B1-3DF9-C151155D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602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7C06E0-C082-CFF8-ED9B-E69DDDBC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CCD9-5745-4E08-CD69-1F430F29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CCD6-8219-C9B0-A419-2E1928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14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3BBC-3704-CCB1-D5B7-063A7C66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6B5F-BCC7-5058-2B0D-D9832D0C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392F0-032F-5468-7FC7-72990F7A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55751-5BE4-5A53-79A2-86477DFE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FE1F-92F1-10FF-B9A1-FDDA5D0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0165C-9B44-BACC-B846-E2F7906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59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7C10-E587-3CD1-5567-42066EEE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1E7BC-D7AB-7D51-9D31-0369C0F7DD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5EEC0-64E0-1A15-E9D3-8E22F4EA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E0995-61F9-ADED-7651-6655699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8B3E-3978-D3B5-4EFC-96C7C591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C20-A6BA-C1DB-B6FA-48E1007F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9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AAF8-F153-CE9F-ABB2-ED45AC83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D1413-8D02-E7BA-E196-655B8E4D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ED38-9C59-9133-CCA1-BFBBD0A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5077-8A4A-D037-00F9-71718FBB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9982-5564-9E26-E5FA-E0DF3C25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340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A80C18-BE41-83C4-23B9-4481A22F7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9A975-3065-22EB-02F1-BB19E8B42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C24B-29F3-3219-A99B-B56FCB76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0EA8-9C61-E097-C0CC-165A3971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BA7B8-1C09-A464-B610-3F8B9F20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50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FE1-4F1F-DCD0-653B-10C113FD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EE2B-89ED-CDED-20AD-C726F9A0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1289-A8A4-49AD-D06D-8CEBDCCF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DBE2-65EB-463D-B15D-57DD3A1ED31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AAE-1591-6815-7EE6-DF2504DA8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B3D3A-5F7C-BE1C-6772-4A69681B8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4B6FA-6B59-427A-B827-067B969D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5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8.png"/><Relationship Id="rId7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19497-F638-0811-E7ED-6E6FA4360F2F}"/>
              </a:ext>
            </a:extLst>
          </p:cNvPr>
          <p:cNvGrpSpPr/>
          <p:nvPr/>
        </p:nvGrpSpPr>
        <p:grpSpPr>
          <a:xfrm>
            <a:off x="4658788" y="5255795"/>
            <a:ext cx="4045464" cy="1029113"/>
            <a:chOff x="6824798" y="5793729"/>
            <a:chExt cx="3667695" cy="978289"/>
          </a:xfrm>
          <a:noFill/>
        </p:grpSpPr>
        <p:pic>
          <p:nvPicPr>
            <p:cNvPr id="15" name="Picture 1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C10EB561-9745-F8D5-A329-610E598C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4798" y="6028998"/>
              <a:ext cx="2084032" cy="715548"/>
            </a:xfrm>
            <a:prstGeom prst="rect">
              <a:avLst/>
            </a:prstGeom>
            <a:grpFill/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CBE5B9B-0BC4-F177-AC6B-7A636CCB5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8193" y="5793729"/>
              <a:ext cx="1484300" cy="978289"/>
            </a:xfrm>
            <a:prstGeom prst="rect">
              <a:avLst/>
            </a:prstGeom>
            <a:grpFill/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33647FC-E9A4-CF82-B3C7-3A659951E4E9}"/>
              </a:ext>
            </a:extLst>
          </p:cNvPr>
          <p:cNvSpPr/>
          <p:nvPr/>
        </p:nvSpPr>
        <p:spPr>
          <a:xfrm>
            <a:off x="631865" y="308359"/>
            <a:ext cx="512031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Excel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Training </a:t>
            </a:r>
          </a:p>
          <a:p>
            <a:pPr algn="ctr"/>
            <a:r>
              <a:rPr lang="en-US" sz="5400" b="1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64458-297F-61DC-1CAB-BBA507E98155}"/>
              </a:ext>
            </a:extLst>
          </p:cNvPr>
          <p:cNvSpPr/>
          <p:nvPr/>
        </p:nvSpPr>
        <p:spPr>
          <a:xfrm>
            <a:off x="894616" y="4527669"/>
            <a:ext cx="376417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610C3D-2903-8547-C5B8-1A6D1540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24" y="573092"/>
            <a:ext cx="5334462" cy="270076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3710E89-F473-B169-1AD7-FB86CEF9F8EE}"/>
              </a:ext>
            </a:extLst>
          </p:cNvPr>
          <p:cNvSpPr txBox="1">
            <a:spLocks/>
          </p:cNvSpPr>
          <p:nvPr/>
        </p:nvSpPr>
        <p:spPr>
          <a:xfrm>
            <a:off x="1100635" y="5524501"/>
            <a:ext cx="3093342" cy="918772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Manager of Information Center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Tendering Department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anose="020B0A04020102020204" pitchFamily="34" charset="0"/>
              </a:rPr>
              <a:t>Arab Contractors </a:t>
            </a: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38C68A23-615E-2591-CC49-727408AD7C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33" y="6032703"/>
            <a:ext cx="457986" cy="38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82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25BA74D-EF90-0239-6711-2B75A901504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B9E7AE-DD3E-2778-4505-29CE11B55B95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699ADC-6A36-3C68-70BE-C69A1A410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09E0A5-81C4-0F08-070C-450985911AA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22DA6-C1D9-CC24-D593-4E2B3FB3C2EB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0A25A-1A8C-0312-D649-F7FB275E6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3AF23-43B7-46D7-E096-7C5743A5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99D5D1C-CB18-AA91-2F2E-273EBAD07469}"/>
              </a:ext>
            </a:extLst>
          </p:cNvPr>
          <p:cNvSpPr/>
          <p:nvPr/>
        </p:nvSpPr>
        <p:spPr>
          <a:xfrm>
            <a:off x="27709" y="2875002"/>
            <a:ext cx="121920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Formatting Data</a:t>
            </a:r>
            <a:endParaRPr lang="en-US" sz="66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3FFDDE-FB1B-012C-48CA-7D54DF023313}"/>
              </a:ext>
            </a:extLst>
          </p:cNvPr>
          <p:cNvSpPr/>
          <p:nvPr/>
        </p:nvSpPr>
        <p:spPr>
          <a:xfrm>
            <a:off x="10457" y="1512371"/>
            <a:ext cx="121920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  <a:endParaRPr lang="en-US" sz="8800" b="1" cap="none" spc="0" dirty="0">
              <a:ln w="0"/>
              <a:solidFill>
                <a:srgbClr val="0D5E3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Bold" panose="000008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6ED84B-4DD8-B161-A53E-1F071E9DFD0A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94523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31F-C2C9-6410-C474-4A48538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D5FF88-DAD0-AF74-C033-9EC8464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431" y="0"/>
            <a:ext cx="5363570" cy="68580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BC2017-19A4-3A61-CC33-2C2CF3691949}"/>
              </a:ext>
            </a:extLst>
          </p:cNvPr>
          <p:cNvSpPr/>
          <p:nvPr/>
        </p:nvSpPr>
        <p:spPr>
          <a:xfrm rot="5400000">
            <a:off x="8606" y="627131"/>
            <a:ext cx="914400" cy="914400"/>
          </a:xfrm>
          <a:prstGeom prst="ellipse">
            <a:avLst/>
          </a:prstGeom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90%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B64084-F9E0-EFAC-3F5A-4959D56BE15B}"/>
              </a:ext>
            </a:extLst>
          </p:cNvPr>
          <p:cNvGrpSpPr/>
          <p:nvPr/>
        </p:nvGrpSpPr>
        <p:grpSpPr>
          <a:xfrm>
            <a:off x="-9208171" y="636556"/>
            <a:ext cx="10131175" cy="932688"/>
            <a:chOff x="-7180886" y="3087526"/>
            <a:chExt cx="8103890" cy="92382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79767E-2BFC-44A6-A39B-AC9F3F50C6E7}"/>
                </a:ext>
              </a:extLst>
            </p:cNvPr>
            <p:cNvSpPr/>
            <p:nvPr/>
          </p:nvSpPr>
          <p:spPr>
            <a:xfrm rot="5400000">
              <a:off x="-3586141" y="-50721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rgbClr val="15608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90C34F3-5F1B-8FF5-5C64-3DB215C5B981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Montserrat SemiBold" panose="00000700000000000000" pitchFamily="2" charset="0"/>
                  <a:ea typeface="+mn-ea"/>
                  <a:cs typeface="+mn-cs"/>
                </a:rPr>
                <a:t>90%</a:t>
              </a: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CAE1A-298E-6E35-5762-FB81E90E2E18}"/>
              </a:ext>
            </a:extLst>
          </p:cNvPr>
          <p:cNvSpPr/>
          <p:nvPr/>
        </p:nvSpPr>
        <p:spPr>
          <a:xfrm>
            <a:off x="1008264" y="718197"/>
            <a:ext cx="467679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1- Format Numbers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28" name="Picture 27" descr="A yellow cylinder with three layers&#10;&#10;AI-generated content may be incorrect.">
            <a:extLst>
              <a:ext uri="{FF2B5EF4-FFF2-40B4-BE49-F238E27FC236}">
                <a16:creationId xmlns:a16="http://schemas.microsoft.com/office/drawing/2014/main" id="{76C5286A-EA77-DB98-E6D5-F97F711679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714768"/>
            <a:ext cx="646332" cy="646332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4FD281D-3274-A4C3-2CCB-0E7F8DB1F6BD}"/>
              </a:ext>
            </a:extLst>
          </p:cNvPr>
          <p:cNvSpPr/>
          <p:nvPr/>
        </p:nvSpPr>
        <p:spPr>
          <a:xfrm rot="5400000">
            <a:off x="37436" y="1928712"/>
            <a:ext cx="914400" cy="914400"/>
          </a:xfrm>
          <a:prstGeom prst="ellipse">
            <a:avLst/>
          </a:prstGeom>
          <a:solidFill>
            <a:srgbClr val="E97132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6B1B75-ADD6-244B-F6EA-C5E40C655D8E}"/>
              </a:ext>
            </a:extLst>
          </p:cNvPr>
          <p:cNvGrpSpPr/>
          <p:nvPr/>
        </p:nvGrpSpPr>
        <p:grpSpPr>
          <a:xfrm>
            <a:off x="-9179341" y="1925778"/>
            <a:ext cx="10131175" cy="945045"/>
            <a:chOff x="-7180886" y="3075286"/>
            <a:chExt cx="8103890" cy="93606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9ACD2E-80E8-F0CC-E81F-865A0102D455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97132"/>
                </a:gs>
                <a:gs pos="100000">
                  <a:srgbClr val="F4B59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032D44E-ACB4-AA1A-B0BB-67AA12B0BD19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E97132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44AB937-4DDE-BB2B-9C00-A9F7BBABF70C}"/>
              </a:ext>
            </a:extLst>
          </p:cNvPr>
          <p:cNvSpPr/>
          <p:nvPr/>
        </p:nvSpPr>
        <p:spPr>
          <a:xfrm>
            <a:off x="1037094" y="2019778"/>
            <a:ext cx="58525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2- Date and Time Format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36" name="Picture 35" descr="A close-up of a container&#10;&#10;AI-generated content may be incorrect.">
            <a:extLst>
              <a:ext uri="{FF2B5EF4-FFF2-40B4-BE49-F238E27FC236}">
                <a16:creationId xmlns:a16="http://schemas.microsoft.com/office/drawing/2014/main" id="{AE7F36A8-C824-0788-E427-CD0A8C0111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2" y="1947649"/>
            <a:ext cx="774618" cy="77461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D440FAF9-F7FA-7BE4-9BC6-52CF36F1CF3B}"/>
              </a:ext>
            </a:extLst>
          </p:cNvPr>
          <p:cNvSpPr/>
          <p:nvPr/>
        </p:nvSpPr>
        <p:spPr>
          <a:xfrm rot="5400000">
            <a:off x="125764" y="3241986"/>
            <a:ext cx="914400" cy="914400"/>
          </a:xfrm>
          <a:prstGeom prst="ellipse">
            <a:avLst/>
          </a:prstGeom>
          <a:solidFill>
            <a:srgbClr val="196B24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E21FB87-3235-BEAB-EB0D-BA5A310E869F}"/>
              </a:ext>
            </a:extLst>
          </p:cNvPr>
          <p:cNvGrpSpPr/>
          <p:nvPr/>
        </p:nvGrpSpPr>
        <p:grpSpPr>
          <a:xfrm>
            <a:off x="-9091013" y="3239052"/>
            <a:ext cx="10131175" cy="945045"/>
            <a:chOff x="-7180886" y="3075286"/>
            <a:chExt cx="8103890" cy="93606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5C0820E-EBD4-08BA-4999-EAF69375CF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96B24"/>
                </a:gs>
                <a:gs pos="100000">
                  <a:srgbClr val="88B18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B48164A-24CF-F37E-6551-83299BF5EE5E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196B24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35365C3-E28E-EB73-3F48-E8C72408B6A1}"/>
              </a:ext>
            </a:extLst>
          </p:cNvPr>
          <p:cNvSpPr/>
          <p:nvPr/>
        </p:nvSpPr>
        <p:spPr>
          <a:xfrm>
            <a:off x="1125422" y="3333052"/>
            <a:ext cx="84264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3600" b="1" dirty="0">
                <a:ln w="0"/>
                <a:solidFill>
                  <a:srgbClr val="E97132">
                    <a:lumMod val="40000"/>
                    <a:lumOff val="6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3- Cells, Rows and Columns Formatting</a:t>
            </a:r>
            <a:endParaRPr kumimoji="0" lang="en-US" sz="3600" b="1" i="0" u="none" strike="noStrike" kern="1200" cap="none" spc="0" normalizeH="0" baseline="0" noProof="0" dirty="0">
              <a:ln w="0"/>
              <a:solidFill>
                <a:srgbClr val="E97132">
                  <a:lumMod val="40000"/>
                  <a:lumOff val="60000"/>
                </a:srgbClr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48" name="Picture 47" descr="A close-up of a folder&#10;&#10;AI-generated content may be incorrect.">
            <a:extLst>
              <a:ext uri="{FF2B5EF4-FFF2-40B4-BE49-F238E27FC236}">
                <a16:creationId xmlns:a16="http://schemas.microsoft.com/office/drawing/2014/main" id="{2932A1E0-B600-E527-D7F4-E7A3F24D68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93" y="3260923"/>
            <a:ext cx="774618" cy="774618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7BB7B1A1-8CA3-0B55-EC0A-F8F033F80C3E}"/>
              </a:ext>
            </a:extLst>
          </p:cNvPr>
          <p:cNvSpPr/>
          <p:nvPr/>
        </p:nvSpPr>
        <p:spPr>
          <a:xfrm rot="5400000">
            <a:off x="149290" y="4572460"/>
            <a:ext cx="914400" cy="914400"/>
          </a:xfrm>
          <a:prstGeom prst="ellipse">
            <a:avLst/>
          </a:prstGeom>
          <a:solidFill>
            <a:srgbClr val="0F9ED5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D41E738-632A-1F3F-CB2F-F95D10955657}"/>
              </a:ext>
            </a:extLst>
          </p:cNvPr>
          <p:cNvGrpSpPr/>
          <p:nvPr/>
        </p:nvGrpSpPr>
        <p:grpSpPr>
          <a:xfrm>
            <a:off x="-9067487" y="4569526"/>
            <a:ext cx="10131175" cy="945045"/>
            <a:chOff x="-7180886" y="3075286"/>
            <a:chExt cx="8103890" cy="936064"/>
          </a:xfrm>
          <a:gradFill>
            <a:gsLst>
              <a:gs pos="0">
                <a:srgbClr val="0F9ED5"/>
              </a:gs>
              <a:gs pos="100000">
                <a:srgbClr val="7EC7E3"/>
              </a:gs>
            </a:gsLst>
            <a:lin ang="5400000" scaled="1"/>
          </a:gradFill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8BE93D4-D322-3371-DDC9-0E48332CB15C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59C1350-C9B9-3DB6-8E5B-8B35F85AD745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0F9ED5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D280B-4507-9E23-FFCE-F5697E0DE576}"/>
              </a:ext>
            </a:extLst>
          </p:cNvPr>
          <p:cNvSpPr/>
          <p:nvPr/>
        </p:nvSpPr>
        <p:spPr>
          <a:xfrm>
            <a:off x="1148948" y="4663526"/>
            <a:ext cx="762465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4- Format Painter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srgbClr val="7030A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D538238-60D1-8D6D-6251-FDB4AB4DF99E}"/>
              </a:ext>
            </a:extLst>
          </p:cNvPr>
          <p:cNvSpPr/>
          <p:nvPr/>
        </p:nvSpPr>
        <p:spPr>
          <a:xfrm rot="5400000">
            <a:off x="234548" y="5764245"/>
            <a:ext cx="914400" cy="914400"/>
          </a:xfrm>
          <a:prstGeom prst="ellipse">
            <a:avLst/>
          </a:prstGeom>
          <a:solidFill>
            <a:srgbClr val="A02B93"/>
          </a:solidFill>
          <a:ln>
            <a:noFill/>
          </a:ln>
          <a:effectLst>
            <a:outerShdw blurRad="635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6C77A0-18FD-2F44-B654-8BC40054A6DD}"/>
              </a:ext>
            </a:extLst>
          </p:cNvPr>
          <p:cNvGrpSpPr/>
          <p:nvPr/>
        </p:nvGrpSpPr>
        <p:grpSpPr>
          <a:xfrm>
            <a:off x="-8982229" y="5761311"/>
            <a:ext cx="10131175" cy="945045"/>
            <a:chOff x="-7180886" y="3075286"/>
            <a:chExt cx="8103890" cy="936064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F58E76B-19E9-2E4B-323E-47B52BDB9114}"/>
                </a:ext>
              </a:extLst>
            </p:cNvPr>
            <p:cNvSpPr/>
            <p:nvPr/>
          </p:nvSpPr>
          <p:spPr>
            <a:xfrm rot="5400000">
              <a:off x="-3586141" y="-519459"/>
              <a:ext cx="914400" cy="810389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02B93"/>
                </a:gs>
                <a:gs pos="100000">
                  <a:srgbClr val="CE92C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23B4D97-BD7E-E259-8091-8ED9422D5574}"/>
                </a:ext>
              </a:extLst>
            </p:cNvPr>
            <p:cNvSpPr/>
            <p:nvPr/>
          </p:nvSpPr>
          <p:spPr>
            <a:xfrm rot="5400000">
              <a:off x="-6977232" y="3188437"/>
              <a:ext cx="914400" cy="731425"/>
            </a:xfrm>
            <a:prstGeom prst="ellipse">
              <a:avLst/>
            </a:prstGeom>
            <a:solidFill>
              <a:srgbClr val="A02B93"/>
            </a:solidFill>
            <a:ln>
              <a:noFill/>
            </a:ln>
            <a:effectLst>
              <a:outerShdw blurRad="635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94D7CDB-544A-6CB4-C5C7-A41C70B72730}"/>
              </a:ext>
            </a:extLst>
          </p:cNvPr>
          <p:cNvSpPr/>
          <p:nvPr/>
        </p:nvSpPr>
        <p:spPr>
          <a:xfrm>
            <a:off x="1234206" y="5855311"/>
            <a:ext cx="586923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/>
            <a:r>
              <a:rPr lang="en-US" sz="4000" b="1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Exam 4: Formatting Data</a:t>
            </a:r>
            <a:endParaRPr kumimoji="0" lang="en-US" sz="4000" b="1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110004020202020204"/>
            </a:endParaRPr>
          </a:p>
        </p:txBody>
      </p:sp>
      <p:pic>
        <p:nvPicPr>
          <p:cNvPr id="50" name="Picture 49" descr="A truck with a container on it&#10;&#10;AI-generated content may be incorrect.">
            <a:extLst>
              <a:ext uri="{FF2B5EF4-FFF2-40B4-BE49-F238E27FC236}">
                <a16:creationId xmlns:a16="http://schemas.microsoft.com/office/drawing/2014/main" id="{88E8A182-EC36-0F28-0F47-CA670B7EE9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482465"/>
            <a:ext cx="914400" cy="914400"/>
          </a:xfrm>
          <a:prstGeom prst="rect">
            <a:avLst/>
          </a:prstGeom>
        </p:spPr>
      </p:pic>
      <p:pic>
        <p:nvPicPr>
          <p:cNvPr id="44" name="Picture 43" descr="A magnifying glass on a spool of paper&#10;&#10;AI-generated content may be incorrect.">
            <a:extLst>
              <a:ext uri="{FF2B5EF4-FFF2-40B4-BE49-F238E27FC236}">
                <a16:creationId xmlns:a16="http://schemas.microsoft.com/office/drawing/2014/main" id="{3D040D81-D5E2-98D9-07A6-4C6132868C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769" y="5729451"/>
            <a:ext cx="772191" cy="77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7 L 0.72787 0.000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4 0.00069 L 0.72787 0.00069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35 0.00069 L 0.72786 0.0006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3" grpId="0"/>
      <p:bldP spid="41" grpId="0"/>
      <p:bldP spid="55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BD556-1645-2A74-BFB8-2B6CEC18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062C5C3-51F8-B15D-814B-B6B6684329C5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EE9D98-DD04-74A0-18DC-A20BF62C4FF1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B539F1-1584-BE2A-C3E3-757B6706D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4875BA5-F6B2-A4BC-1648-4EC24DFACF7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27072-A422-7FF8-46DB-4FB826E931E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617CC3-319C-093D-79F7-D13D9EF1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9B42F7-3CD2-8FCC-98E2-67152795C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F4275-5A09-3A44-4B2D-7C4FBB562EB9}"/>
              </a:ext>
            </a:extLst>
          </p:cNvPr>
          <p:cNvSpPr/>
          <p:nvPr/>
        </p:nvSpPr>
        <p:spPr>
          <a:xfrm>
            <a:off x="2907102" y="2551837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Format Numbers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01D8F5-79CB-FE70-EE2E-503BBB4588D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E76FCB-6682-381C-6607-E53C2CC9BB3E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363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9A76-043F-EE11-3B2F-5648A237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6504E4-A301-915C-2D52-AF5BEE54BA2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44ED3FA-4D22-F2EB-CE0C-F69C897410E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3D2BD3-0803-8065-6F1F-79C2FD89A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E66636-E045-6227-0842-8BB6CCD4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8815F2-C39E-9521-18F0-3E4DE13B5CC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2D4E7-34AC-BABD-5432-A8203C65FA4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General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ABC03-36E0-E19C-BEC0-83E6E577C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2843" y="2046498"/>
            <a:ext cx="2873996" cy="17085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2EAF7B-F23F-95D7-712F-9030647D1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161" y="1910531"/>
            <a:ext cx="4388769" cy="342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5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4F13-72A1-16C6-2154-A78570AA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7BB650B-B539-9F15-2FBB-E17DD42527C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38922A-ED58-7EF8-A889-C2015E1B466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553B6A-759C-3A96-3F9D-A00562938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EFF88CA-57D0-5777-0892-369748DF6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D04B0C8-F6F0-DCCF-790A-389B0FEA9ED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E293F-39FA-BA38-1996-F2E4F89B3197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Number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D7A8AE-853D-4625-95EA-3F2E931A9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225" y="1680207"/>
            <a:ext cx="1741845" cy="4476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9B9333-C633-9D8B-4862-EC56E9402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49" y="3768716"/>
            <a:ext cx="3004613" cy="2152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C8C706-64FB-F054-3F27-12BC731D1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895" y="1094751"/>
            <a:ext cx="3955550" cy="6463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FFEB9C-FDF4-DE4C-7223-97861FA17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0333" y="1927711"/>
            <a:ext cx="2825221" cy="2586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07E0EC-77D2-7DEF-E7BB-07A75B39FD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9546" y="4622154"/>
            <a:ext cx="2332408" cy="115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53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D5945-DF7E-37A6-814E-6A7AC767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4D1B35-4D5F-8A4E-277E-08C701E3C6B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9E80E8-A3BA-EB17-7BE5-4780F2C14D3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4B1C60-CB63-B81A-41D1-1FF90E183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511C21B-17D1-D573-035D-7A12844C2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2ECE7BA-4E8C-91ED-BC23-2661ABA65F4B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EBE0E-BCDD-BE9F-13B6-7E4BE188E9D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Number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676DBF-721D-3486-9A4B-6C9DFDDBD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5" y="1648830"/>
            <a:ext cx="2332408" cy="1158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488380-D552-47EB-45D3-D49DB6C2F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05" y="2952252"/>
            <a:ext cx="6515547" cy="953495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8B62EE-D86F-981A-F78F-93CA8519E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870" y="2496308"/>
            <a:ext cx="3859538" cy="2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95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B3C4-5BB9-0133-5D42-0D989EBF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413C226-597F-904A-E865-83086D75F92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4BA583-080F-D5B2-0A2C-9F267AFE6BC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9A1B5-6D93-EAFB-156A-E8EA3501A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5083CD2-3A58-8790-8A2D-0B9B8E468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3D2ABF0-8F3E-1C53-9527-95EFF6A001E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B4F42-A719-76F5-6059-F8D0C1855121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Currency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78067-A288-2E40-7D58-5E107F1E7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69" y="952120"/>
            <a:ext cx="3443531" cy="750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29A67A-DBA1-2361-811B-424134F35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067" y="1959034"/>
            <a:ext cx="3443531" cy="29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892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2727-9184-147B-FF75-C571D8F0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1F06FFF-AC93-E654-F1DF-533EFC727CA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B4956F-4044-8C14-00B3-EF662EFC965C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C1C9473-052A-393D-23EF-9513B7A70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A01DC2-857F-F19A-AC18-70E292387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1A49F90-369B-A615-116F-F5DDF6DE4DE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A3FC9-ADD4-A730-B0E2-CC6ECD64D9A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Currency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929F96-F622-2B49-B1C2-2ED5A657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69" y="952120"/>
            <a:ext cx="3443531" cy="7506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AC381-D3BB-F996-F626-880F56A8F3EA}"/>
              </a:ext>
            </a:extLst>
          </p:cNvPr>
          <p:cNvSpPr txBox="1"/>
          <p:nvPr/>
        </p:nvSpPr>
        <p:spPr>
          <a:xfrm>
            <a:off x="864799" y="1702785"/>
            <a:ext cx="354792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sz="2000" dirty="0"/>
              <a:t>Change the Currency Symbol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DC3A2-8949-AF0E-01CE-001526DF7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761" y="4786916"/>
            <a:ext cx="4244592" cy="7841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E9911B-43B0-CEC9-A395-332D4A4F9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747" y="2153274"/>
            <a:ext cx="1422014" cy="364950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7139530-EEE6-2231-EF97-7200A6EC7E03}"/>
              </a:ext>
            </a:extLst>
          </p:cNvPr>
          <p:cNvSpPr/>
          <p:nvPr/>
        </p:nvSpPr>
        <p:spPr>
          <a:xfrm>
            <a:off x="4532457" y="4232093"/>
            <a:ext cx="457200" cy="457200"/>
          </a:xfrm>
          <a:prstGeom prst="ellipse">
            <a:avLst/>
          </a:prstGeom>
          <a:solidFill>
            <a:srgbClr val="185C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E70F2F-2EFE-40C2-CC29-E6A4FF46F746}"/>
              </a:ext>
            </a:extLst>
          </p:cNvPr>
          <p:cNvSpPr/>
          <p:nvPr/>
        </p:nvSpPr>
        <p:spPr>
          <a:xfrm>
            <a:off x="9116460" y="4083998"/>
            <a:ext cx="457200" cy="457200"/>
          </a:xfrm>
          <a:prstGeom prst="ellipse">
            <a:avLst/>
          </a:prstGeom>
          <a:solidFill>
            <a:srgbClr val="185C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B4BD4E-C9C6-6AD3-4626-45F9123217A9}"/>
              </a:ext>
            </a:extLst>
          </p:cNvPr>
          <p:cNvGrpSpPr/>
          <p:nvPr/>
        </p:nvGrpSpPr>
        <p:grpSpPr>
          <a:xfrm>
            <a:off x="7394695" y="1823517"/>
            <a:ext cx="3443531" cy="2027422"/>
            <a:chOff x="7394695" y="1823517"/>
            <a:chExt cx="3443531" cy="202742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33CDDC-811A-7919-376A-0408075E7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94695" y="1823517"/>
              <a:ext cx="3443531" cy="1989594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A64EB5F-90FF-0746-6E39-E8BBE2AE2312}"/>
                </a:ext>
              </a:extLst>
            </p:cNvPr>
            <p:cNvSpPr/>
            <p:nvPr/>
          </p:nvSpPr>
          <p:spPr>
            <a:xfrm>
              <a:off x="10377577" y="3329796"/>
              <a:ext cx="460649" cy="52114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5496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1A3B-9E78-BC8B-781A-20AC8FA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EE765B6-39AE-300F-A5A1-710DF739940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D602F4-09B3-54AB-799D-B21E2F63651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DEECABE-730E-6E9D-75B9-7A002548C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B8555A-6152-6D74-BB15-C6794CF47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E69FE8-410B-628D-C797-A09B350AC60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C578FE-D13A-94EB-DD9B-5778019AD92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Currency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393B85-F6CA-9A7E-87B7-387DE7797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69" y="952120"/>
            <a:ext cx="3443531" cy="7506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E2C554-5076-FB2C-E295-7C7288470A27}"/>
              </a:ext>
            </a:extLst>
          </p:cNvPr>
          <p:cNvSpPr txBox="1"/>
          <p:nvPr/>
        </p:nvSpPr>
        <p:spPr>
          <a:xfrm>
            <a:off x="864799" y="1702785"/>
            <a:ext cx="3547924" cy="4001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en-US"/>
            </a:defPPr>
            <a:lvl1pPr>
              <a:defRPr sz="3600" b="1">
                <a:ln/>
                <a:solidFill>
                  <a:srgbClr val="0D5E3E"/>
                </a:solidFill>
              </a:defRPr>
            </a:lvl1pPr>
          </a:lstStyle>
          <a:p>
            <a:r>
              <a:rPr lang="en-US" sz="2000" dirty="0"/>
              <a:t>Change the Currency Symbol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D31C1-BD95-687E-744E-27596297B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420" y="5430701"/>
            <a:ext cx="2251099" cy="4158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13631F-86FF-4AA9-F43B-D823CFAC4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54" y="4406116"/>
            <a:ext cx="583766" cy="1498198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66E7CD91-BE80-4E2A-0BDC-DC79343C6C58}"/>
              </a:ext>
            </a:extLst>
          </p:cNvPr>
          <p:cNvSpPr/>
          <p:nvPr/>
        </p:nvSpPr>
        <p:spPr>
          <a:xfrm>
            <a:off x="1429169" y="4847303"/>
            <a:ext cx="457200" cy="457200"/>
          </a:xfrm>
          <a:prstGeom prst="ellipse">
            <a:avLst/>
          </a:prstGeom>
          <a:solidFill>
            <a:srgbClr val="185C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E0DC3E-95BD-720A-EA12-3ACFA18C6F47}"/>
              </a:ext>
            </a:extLst>
          </p:cNvPr>
          <p:cNvSpPr/>
          <p:nvPr/>
        </p:nvSpPr>
        <p:spPr>
          <a:xfrm>
            <a:off x="1558419" y="3080638"/>
            <a:ext cx="457200" cy="457200"/>
          </a:xfrm>
          <a:prstGeom prst="ellipse">
            <a:avLst/>
          </a:prstGeom>
          <a:solidFill>
            <a:srgbClr val="185C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F30750-13F0-CCA7-56F6-18FFE90274AD}"/>
              </a:ext>
            </a:extLst>
          </p:cNvPr>
          <p:cNvGrpSpPr/>
          <p:nvPr/>
        </p:nvGrpSpPr>
        <p:grpSpPr>
          <a:xfrm>
            <a:off x="697537" y="2021689"/>
            <a:ext cx="2178965" cy="950485"/>
            <a:chOff x="7394695" y="1823517"/>
            <a:chExt cx="3443531" cy="202742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3FD4E8-CE83-682F-6168-C52683225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94695" y="1823517"/>
              <a:ext cx="3443531" cy="1989594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F7D136D-AF8A-C052-0ADE-C49A48A11809}"/>
                </a:ext>
              </a:extLst>
            </p:cNvPr>
            <p:cNvSpPr/>
            <p:nvPr/>
          </p:nvSpPr>
          <p:spPr>
            <a:xfrm>
              <a:off x="10377577" y="3329796"/>
              <a:ext cx="460649" cy="52114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6A51036-F754-8ED4-731B-5FEDA2051F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568" y="1784541"/>
            <a:ext cx="4566171" cy="415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2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11362-797D-98F3-D276-0D984715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1999B61-5703-9691-7BFA-4D35E88B4A3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A19508-CE55-FBC4-3E3D-865F8835A33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AF82D79-CC7C-4A1A-9623-C6469A921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75AFD35-265D-EA64-1D3F-43D363A4B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FA8210-2F5F-94C8-620D-AFF08158397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BF47E-9647-46F5-0843-3D702BC937A6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Accounting Format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DD7AFC-9950-743F-0018-FFFF543B6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461" y="1795432"/>
            <a:ext cx="4651139" cy="20005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AFC5A3-DF29-A4E6-431B-5AD56B10B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880" y="1054004"/>
            <a:ext cx="2737720" cy="67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3690-D846-6820-D492-745911CF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F749BEE-EA9F-57A8-6325-DEF271FF775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C9CB49-C2A2-C605-348A-FACD8BE9DF9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BB1572-E49C-BCE9-BF00-4DF0D476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AC2353-161F-B435-4B82-DA19C53E2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871CAF0-8149-F738-0828-FBE06497821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F9CE1-191D-1B50-CE10-BE00C17BE6E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Accounting more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176C42-1CA9-0B7C-3FA8-57C59080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556" y="1006997"/>
            <a:ext cx="2737720" cy="6732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FD334-2F27-74AE-41DF-E84A5936F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721" y="2434427"/>
            <a:ext cx="2337023" cy="1989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6479C-4CF9-3F98-36B6-2BF1A81C8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625" y="1848709"/>
            <a:ext cx="4367842" cy="400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86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59564-1D05-C2EA-5D29-A90EE62F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A463F44-D642-2C4C-DB71-4F6BD0123FDF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CBB77C-AE88-D7B9-A3E8-D6051BB7915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9ED00F-B3E4-D402-1F5D-328A9FF56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192009-F153-8B91-12DE-D8BAD21B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F01FAC2-78BD-D333-9D4E-178138B5584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B2211-C348-348C-2841-929F18899E5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Percentage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62FE4B-3EB6-9C03-4D50-56E917887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172" y="1033876"/>
            <a:ext cx="2768712" cy="595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1470F1-68F3-D12B-5A70-7361A76B8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360" y="2136445"/>
            <a:ext cx="1820167" cy="1673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53D768-1FAE-8BF8-CC36-10A12ED30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854657" y="1871135"/>
            <a:ext cx="4386049" cy="314051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BB0AE70-1A23-AA7D-1665-059F5323E3CC}"/>
              </a:ext>
            </a:extLst>
          </p:cNvPr>
          <p:cNvGrpSpPr/>
          <p:nvPr/>
        </p:nvGrpSpPr>
        <p:grpSpPr>
          <a:xfrm>
            <a:off x="6146684" y="1920452"/>
            <a:ext cx="5366376" cy="1062290"/>
            <a:chOff x="6146684" y="1920452"/>
            <a:chExt cx="5366376" cy="106229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826D2B0-D551-7A12-9404-ED995748D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6684" y="1920452"/>
              <a:ext cx="2196357" cy="1062290"/>
            </a:xfrm>
            <a:prstGeom prst="rect">
              <a:avLst/>
            </a:prstGeom>
          </p:spPr>
        </p:pic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E6623EE9-E36E-14BB-AF6E-494900CD2734}"/>
                </a:ext>
              </a:extLst>
            </p:cNvPr>
            <p:cNvSpPr/>
            <p:nvPr/>
          </p:nvSpPr>
          <p:spPr>
            <a:xfrm>
              <a:off x="8669546" y="2229655"/>
              <a:ext cx="653010" cy="443884"/>
            </a:xfrm>
            <a:prstGeom prst="rightArrow">
              <a:avLst/>
            </a:prstGeom>
            <a:solidFill>
              <a:srgbClr val="0D5E3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6A7584-1F97-7ACD-7FE4-50B3D068F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74364" y="1947567"/>
              <a:ext cx="1938696" cy="853514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15F161-4633-CAC4-990D-1D0EFFDAE6B5}"/>
              </a:ext>
            </a:extLst>
          </p:cNvPr>
          <p:cNvGrpSpPr/>
          <p:nvPr/>
        </p:nvGrpSpPr>
        <p:grpSpPr>
          <a:xfrm>
            <a:off x="5875969" y="4638338"/>
            <a:ext cx="5968822" cy="1122862"/>
            <a:chOff x="5875969" y="4638338"/>
            <a:chExt cx="5968822" cy="112286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462BE95-FD42-AEA2-19EF-92A530FCA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75969" y="4638338"/>
              <a:ext cx="2737785" cy="101249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F56191B-D0EB-F226-815A-1579A942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885287" y="4638338"/>
              <a:ext cx="1959504" cy="1122862"/>
            </a:xfrm>
            <a:prstGeom prst="rect">
              <a:avLst/>
            </a:prstGeom>
          </p:spPr>
        </p:pic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0BB5580-B2C4-AE1C-8F63-13DD0AB77AB7}"/>
                </a:ext>
              </a:extLst>
            </p:cNvPr>
            <p:cNvSpPr/>
            <p:nvPr/>
          </p:nvSpPr>
          <p:spPr>
            <a:xfrm>
              <a:off x="8921354" y="5019904"/>
              <a:ext cx="653010" cy="443884"/>
            </a:xfrm>
            <a:prstGeom prst="rightArrow">
              <a:avLst/>
            </a:prstGeom>
            <a:solidFill>
              <a:srgbClr val="0D5E3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4587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573B-0E2A-7459-4D07-96F7B521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A663549-8E4C-DFBB-91C0-D7C627762BE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7880F2-16B7-7BCC-A408-865CFCAE724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B607C6A-BD5D-35A8-8D24-95F868DC4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716C64-1C8E-62EB-AD80-0BB931D9B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3C75B1D-FA2C-1556-8F17-1D2C28B7283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Format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041D4-41B7-5AF4-DA78-8DD2083EB9F2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Comma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874EE4-D6BF-4E10-4758-661DFDCC6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017" y="3162949"/>
            <a:ext cx="618975" cy="731515"/>
          </a:xfrm>
          <a:prstGeom prst="rect">
            <a:avLst/>
          </a:prstGeom>
        </p:spPr>
      </p:pic>
      <p:pic>
        <p:nvPicPr>
          <p:cNvPr id="3" name="Picture 2" descr="A screenshot of a number&#10;&#10;AI-generated content may be incorrect.">
            <a:extLst>
              <a:ext uri="{FF2B5EF4-FFF2-40B4-BE49-F238E27FC236}">
                <a16:creationId xmlns:a16="http://schemas.microsoft.com/office/drawing/2014/main" id="{BE9D93A7-FD88-5BEA-70EB-59A9F4763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717" y="1820560"/>
            <a:ext cx="1628775" cy="933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F2EEBA-1DE9-25D2-0887-9318F6D8F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270" y="2401861"/>
            <a:ext cx="3051394" cy="81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80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09269-411D-01E5-3CBB-A101539A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1C14EA-7E48-D90F-3C73-4296B754C40D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BF1A7D-17F0-BB15-76C0-146C4E5F4A3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1AE76AF-33F6-E6CC-4655-073C91E3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1F3C9-E17A-796D-299E-3DE73C17368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AA2355-4E77-77F2-A164-B1DC0091B377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9FF6DA5-85B9-3CC2-B42C-870325CF9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3051E8-86D9-1327-03E3-4F49042CF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0EAA72E-C647-C26A-9E8A-1D4AE33655BA}"/>
              </a:ext>
            </a:extLst>
          </p:cNvPr>
          <p:cNvSpPr/>
          <p:nvPr/>
        </p:nvSpPr>
        <p:spPr>
          <a:xfrm>
            <a:off x="2872597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Date and Time Format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F062F-5EEB-99EF-FBE9-C1B510199BB8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295CD-BE22-F936-CD8E-C7090679BB6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562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1DADC-4088-FD5A-F86B-792E17CC8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5510DD0-CF2E-9061-B8FE-0D57E7297C8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EF74-23A6-16D0-5F24-DC76C8C417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3461C2-5199-D76D-F58D-C134A84FB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745D5-001A-C03F-AB70-127C939C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2E01C0-852B-5ABE-74B2-44B44BAF66D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A1FCD-AFD6-7758-B746-79CC82AF518D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Date and Time Format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B834A-2253-9F5F-E755-3BE5A7FBF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07" y="2325149"/>
            <a:ext cx="3250550" cy="315451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71748E-CBE6-06C8-273D-39A5E1AD8D6C}"/>
              </a:ext>
            </a:extLst>
          </p:cNvPr>
          <p:cNvGrpSpPr/>
          <p:nvPr/>
        </p:nvGrpSpPr>
        <p:grpSpPr>
          <a:xfrm>
            <a:off x="5482718" y="2219516"/>
            <a:ext cx="5786947" cy="2961868"/>
            <a:chOff x="5482718" y="2219516"/>
            <a:chExt cx="5786947" cy="29618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A2F22D-7DB0-4D57-6075-05F4B256D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2718" y="2325149"/>
              <a:ext cx="2255177" cy="279601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8CA209-F448-4D33-A31B-9E360BA87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14488" y="2219516"/>
              <a:ext cx="2255177" cy="2961868"/>
            </a:xfrm>
            <a:prstGeom prst="rect">
              <a:avLst/>
            </a:prstGeom>
          </p:spPr>
        </p:pic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6EA10B39-BE15-4D3C-85C3-38D69D8B837E}"/>
                </a:ext>
              </a:extLst>
            </p:cNvPr>
            <p:cNvSpPr/>
            <p:nvPr/>
          </p:nvSpPr>
          <p:spPr>
            <a:xfrm>
              <a:off x="8091577" y="3795623"/>
              <a:ext cx="612476" cy="448573"/>
            </a:xfrm>
            <a:prstGeom prst="rightArrow">
              <a:avLst/>
            </a:prstGeom>
            <a:solidFill>
              <a:srgbClr val="0D5E3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77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D741-7466-4BA0-1FAC-3576020F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B5A3E58-073F-0F87-C247-2B34042E9A0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6EED93-DD91-9346-DB09-27C5CB9311A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4016CE-6BEF-3874-B15C-E3A185A50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2010535-8D86-BBA8-D9BE-57D11838C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16669DD-20DE-780C-2B85-480B73C3AD6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DB935-A709-956B-1193-BC66B7EE2836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Date Format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10E977-3A22-46D5-43AF-D896FE198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912" y="900302"/>
            <a:ext cx="2632162" cy="646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CC10E1-0F11-7298-6CF8-4B65C2724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06" y="2361011"/>
            <a:ext cx="3478696" cy="181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61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C74C-35C8-A31A-D17F-C75A0704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4825507-3F70-D046-F337-1BE6CD398AE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7E4E4A-5F9B-E47D-274B-63CC6A640F6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6C85DBB-AB64-0884-3B49-F67D537A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823052A-55AC-BF28-51C6-31BFBC477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5C90CBA-0193-C425-9764-E4FA9A22FAA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8C332-8A11-0DE0-8A29-CF9806E354DB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Date</a:t>
            </a:r>
            <a:r>
              <a:rPr lang="ar-EG" sz="3600" b="1" dirty="0">
                <a:ln/>
                <a:solidFill>
                  <a:srgbClr val="0D5E3E"/>
                </a:solidFill>
              </a:rPr>
              <a:t> </a:t>
            </a:r>
            <a:r>
              <a:rPr lang="en-US" sz="3600" b="1" dirty="0">
                <a:ln/>
                <a:solidFill>
                  <a:srgbClr val="0D5E3E"/>
                </a:solidFill>
              </a:rPr>
              <a:t>Format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03918C-A73E-B44A-BFCF-C12467528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709" y="1049970"/>
            <a:ext cx="3165365" cy="6463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C3C3F4-B111-9898-539C-775F2F2E9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981" y="2487177"/>
            <a:ext cx="4315916" cy="1007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E0D22B-D731-74EA-F33F-6798D62BD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145" y="3284423"/>
            <a:ext cx="4028639" cy="171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38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70272-8713-4039-1AC0-D35A3292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7E3386-7BF3-6E2F-FD2C-F9227162F0A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519B45-CED5-9B9D-B1EF-114ED820555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BA40CA-15EC-B071-979B-7CF2ED0CA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025867B-1E90-7BCA-3B3A-74D241E29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01D6BE5-0D29-8744-1519-DC98A0B89F0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367B7-B4C2-4F60-528C-0BF9C14936D1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Date Format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20A0BF-3AF7-79C9-D144-8C650D76D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892" y="2139901"/>
            <a:ext cx="5811350" cy="26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71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1417-8767-82E1-3E7D-79828F1D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F4B17BD-C51C-2FE6-C4EA-74B840767A0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17C3EB1-FD3B-613A-2F1B-74CB6C284E1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FCC36E-6212-2206-DE48-EE7753527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61AE8C-91B6-144F-826B-182551B8F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11BEB01-C3E7-D1B4-A19E-2B045DA9753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C327D-A413-805C-E431-47959EA5A125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Date Format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B18DFB-08DE-14FF-7D3B-7B453A37C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119" y="1737947"/>
            <a:ext cx="4369693" cy="403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7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DC70-67B2-82F5-A698-39D38251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4503E-6CFF-1BAB-6EC3-EE4D6C0B410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2261DD-472D-0F65-DD31-C3D0C1B4744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EA6882-5237-FCBF-2BBA-95612B405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BA2A076-02A7-61AA-E5E7-42CF319A3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4F2497-A8DE-91CB-7480-F0473498680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FC1E5-0095-E2C6-8D4E-AB7531E925FB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Date Format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08E5EC-D54D-84BA-0897-5A0E8DD66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889" y="1531664"/>
            <a:ext cx="4480711" cy="4134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FBE96-783C-A67A-552E-5E6555E6B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170" y="2696544"/>
            <a:ext cx="3385347" cy="156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4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17D5-4E33-F981-6131-412E4A976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D9DB087-B6A5-D163-608E-3101065C07D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64739A-7B0A-972F-E0C6-9AC74A081B0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4100FD-61E3-7CE5-338E-3CD68EE4A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311ABF6-F040-B9BE-3C79-D134F8B84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29DA104-1D83-EAC5-7E8C-8C4D063E5FAA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CC86F-4554-9EA4-0714-02958DD326EB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Time Formatting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0B9CFA-3ED4-663A-7B17-972947B21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183" y="1736568"/>
            <a:ext cx="4057286" cy="3696421"/>
          </a:xfrm>
          <a:prstGeom prst="rect">
            <a:avLst/>
          </a:prstGeom>
        </p:spPr>
      </p:pic>
      <p:pic>
        <p:nvPicPr>
          <p:cNvPr id="5" name="Picture 4" descr="A screenshot of a calendar&#10;&#10;AI-generated content may be incorrect.">
            <a:extLst>
              <a:ext uri="{FF2B5EF4-FFF2-40B4-BE49-F238E27FC236}">
                <a16:creationId xmlns:a16="http://schemas.microsoft.com/office/drawing/2014/main" id="{A1EB7E33-E30A-6E6F-3F9F-77991D6BF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598" y="1546633"/>
            <a:ext cx="2365526" cy="414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2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AEE5-9B5A-1E23-697D-2989F2BE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60179C1-8F2C-8197-930F-A9F624F6F39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3E3743-B658-3CC1-8197-6C68D451496D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6300D4-61CA-62A1-67BD-5FA0C64FD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562667-6A90-2345-A1FC-5168F669A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FCDDFD-1873-3EA1-8EB5-36E6C27510D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Date and Time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1430F-8E72-F562-4CE3-38BDE12D4C40}"/>
              </a:ext>
            </a:extLst>
          </p:cNvPr>
          <p:cNvSpPr txBox="1"/>
          <p:nvPr/>
        </p:nvSpPr>
        <p:spPr>
          <a:xfrm>
            <a:off x="1708721" y="885333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Custom Format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0FC72-0B86-492E-39F5-CFF96EA2E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53" y="1855223"/>
            <a:ext cx="4372440" cy="40132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C024E-2D30-FDF0-E6CE-543C94AF4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509" y="2998108"/>
            <a:ext cx="3733129" cy="4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62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9019E-316F-BCF5-9CB6-1CB1F13E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D19CC12-8800-A709-ABDB-0E2E8AD195C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3A497BB-3425-6256-1DB6-F97C24A9960C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18D925B-F3F5-00CF-03F3-040F945A8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AC386C-1587-1F47-F9E1-2A7A6ABCFF5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8B2316-66B1-87D3-7FED-D59E2F268AD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FA6285-170A-B5A3-FA6D-C5462DFE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B8C4743-1FBF-9B14-42AD-55084D28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48A200-73F8-0E8F-15BE-92AA341F00F2}"/>
              </a:ext>
            </a:extLst>
          </p:cNvPr>
          <p:cNvSpPr/>
          <p:nvPr/>
        </p:nvSpPr>
        <p:spPr>
          <a:xfrm>
            <a:off x="2907102" y="2551837"/>
            <a:ext cx="83676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Cells, Rows and Columns Formatting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AEB183-D751-FD5B-A6A8-89DF9D7B9651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B82527-A1C5-0FAB-47D5-210E6E37B3E5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561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7FBD-80B7-4B3A-6800-AFC30041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A9FBC4-C1C3-4C3D-782F-A320583339E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0BB652-1591-86E8-8D55-86C5D46E4B5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C240B8-9AC1-5129-22A3-98022E69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82FC98F-6926-6CE3-DE8A-B01360874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0507B1B-240E-7C9B-9735-1CE65878A68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4CD17-9F75-39C3-6E6C-2027E5FE677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Rows Formatting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ED651E-A93A-96B1-8CE4-08709D4D9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369" y="1585567"/>
            <a:ext cx="3056548" cy="432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5995-0EE0-5784-6558-216E172E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159C6B9-2A50-2DE6-D992-13C611D4A95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29C8AA-812E-2AF4-CD72-17C28B05249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700F45D-6AE5-0224-BBD0-50D42A048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EFF9DC-8ECA-AA4D-B300-BE7E95BA4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7EB9076-2541-1899-2719-0B91138F797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0E9FC-5A6E-11CB-0DF9-07A0AE1FE3F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AutoFit Row Height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9DF0F4-F4BA-BB73-84BD-DC4F7EECD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685" y="2169764"/>
            <a:ext cx="6733585" cy="4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44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6390-0D9A-D1D9-0A19-73CD48AE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49BEB03-5BCF-DCE9-FD91-D8B342628DCC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4B80EB-827A-E84C-3826-A388D97CB5A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67EF2C-EBAC-A143-08EA-F3E3B6059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17AD5B-35FD-0CC5-F77E-8C4EAE092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B0B7F6D-0686-061B-D5F1-2FF5B862AC3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7E818-DC08-9728-E277-58A744AD81F0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AutoFit Row Height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092F31-193F-F37E-8C64-4B2702629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816" y="1898637"/>
            <a:ext cx="3880270" cy="2863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5A6FD-5D5F-26AA-5575-0FD606E83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334" y="1820229"/>
            <a:ext cx="3585447" cy="301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80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DBD4-3E6F-7FB2-F57D-FE7E761D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B74ABDB-290B-8187-4DAA-F7F13E86F51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292E26-A60B-1D56-0237-86D225E1A24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9E291E-F3CB-4BE9-0AAA-46BDD1043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58B9F7-6809-C4F5-B108-6F09ADDDF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202B855-6A70-6501-22F5-DB7431642AC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4A0AC-F582-ADBC-36A6-72B6EC510FE3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Invoke AutoFit Row Height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B6EA1C-C962-3DD0-B64A-63AAAF5B0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4" y="4766094"/>
            <a:ext cx="1806249" cy="1332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00E28-C772-939B-E60E-A516BEAB7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193" y="2456255"/>
            <a:ext cx="2309783" cy="1945490"/>
          </a:xfrm>
          <a:prstGeom prst="rect">
            <a:avLst/>
          </a:prstGeom>
        </p:spPr>
      </p:pic>
      <p:pic>
        <p:nvPicPr>
          <p:cNvPr id="3" name="Picture 2" descr="A screenshot of a table&#10;&#10;AI-generated content may be incorrect.">
            <a:extLst>
              <a:ext uri="{FF2B5EF4-FFF2-40B4-BE49-F238E27FC236}">
                <a16:creationId xmlns:a16="http://schemas.microsoft.com/office/drawing/2014/main" id="{0B9F5D81-735D-6F5E-9954-D0B99DA3E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561" y="1598451"/>
            <a:ext cx="3722598" cy="391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97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62B8-8F79-8A83-00BF-DBE7A4D7B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CFAB2A6-614C-49CE-99EC-3F220994EEC9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18C76C-2F39-E13B-0BCB-2E347C646714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F38060-FE9D-252D-19BB-55825862F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52D0B94-5F98-57EE-5446-EE5F982E3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42F0718-C984-75FB-D9C7-42543A42017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4F176-39C8-7E5E-E002-42417106A21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Rows Height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913466-7182-414C-6F7C-89F6A7329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797" y="2861039"/>
            <a:ext cx="3127494" cy="162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32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CEE8-9E9D-D68E-CD57-05D58466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D18218F-1C61-97A4-D980-E399D7837BD6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E3B42B-2B2E-2C6F-A1E4-596819490E4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ACE3F8E-252E-180A-EFD6-94F82519D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64ABEE-C239-1C4F-7E28-5D76E4C07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AD82C3D-0912-ED4D-98AD-161F921766F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3B898-D0EA-E28F-3120-9C9F6F5C77A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Column Width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FA1A19-FDC4-B8FC-E316-062602DEE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381" y="2114526"/>
            <a:ext cx="3639030" cy="209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0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31AE-24CC-DDF3-6849-A3DF7EFD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3E19F-522D-D3BE-EC33-46B29322EEFB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F91AD2-6669-C430-CC26-884226AA0A8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0457851-F0CE-16AB-109E-1BE58D919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DF1AC6-BBCF-F755-AF75-2FFB8103F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47988E6-ACD7-1182-0A09-2642FE633353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7446A-9DC4-3B2B-3BD4-A22115C57955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the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A3B1BB-DBF5-1507-1803-A6F26BCD2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958" y="1839194"/>
            <a:ext cx="6287036" cy="646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3C9219-9D91-A6C8-0D8C-99C766B1E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287" y="2726267"/>
            <a:ext cx="4221018" cy="315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40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BF61-AB19-D671-7126-820BD56F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6CBEBC4-03A1-EA99-1476-CD42B60F91CE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4A45ED-2999-CC5A-61EB-ECBDC8E0DB1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FBBC606-836D-8018-AED0-49193542E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7C3B37-B233-97AB-3A1D-8FE7B7C02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9E207E-D664-E77E-7A4B-4D529CBD8AF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571C9-9A70-2309-12CF-961FFC3D3AE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Change The Font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1B7AC6-0091-1C7F-D5DF-A9FDEC711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837" y="2132519"/>
            <a:ext cx="6639409" cy="98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13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FAB32-9D63-6565-FDA8-AD9281DE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F78DE0D-848F-A2F8-9C48-CF2315DBF49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C7D681-25F7-7871-20FA-4A055309961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EB8A6E9-5AEF-FF38-8541-94A3CB055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64E5F6-FA72-F142-A659-D9740B2BF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1501679-75C7-D5FB-2835-44EA85D8C5DD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A08AE-9853-032A-D000-1D3FC891E3D8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Adding Boarders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E7E716-70C0-F2A6-5B42-59C604914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076" y="1680207"/>
            <a:ext cx="1957854" cy="416997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F12933-20F8-35C3-0C2E-3C05DE5F3F51}"/>
              </a:ext>
            </a:extLst>
          </p:cNvPr>
          <p:cNvGrpSpPr/>
          <p:nvPr/>
        </p:nvGrpSpPr>
        <p:grpSpPr>
          <a:xfrm>
            <a:off x="4726292" y="870364"/>
            <a:ext cx="2906428" cy="5117272"/>
            <a:chOff x="4726292" y="870364"/>
            <a:chExt cx="2906428" cy="51172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AF82F3-46E1-0CDE-C2E8-E57B0C832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26292" y="870364"/>
              <a:ext cx="2906428" cy="33073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9F1247-74BE-1F98-1D97-233CD94DD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72830" y="4058238"/>
              <a:ext cx="2813351" cy="1929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5961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97CB-1737-3990-1586-4237D8DC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E4A8553-FE37-E93F-96B0-E4015D2C9C4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3C88D65-A31F-8DCE-03BB-2092CBA1A4C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95D150-C0EA-DB11-9E2C-992F57CD6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56883E9-8C79-EA55-AC84-3DD6158BC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8B59CE-2B08-4355-E3B8-BBE63C45ACE4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00785-2EC3-FC7A-4ADE-F2A3B1D389FF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Adding Boarders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C2E18C-CBFD-1D16-F6CF-233BC5777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076" y="1680207"/>
            <a:ext cx="1957854" cy="416997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4AD98A-F5CB-AF69-6E7C-EBCDC4321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9859" y="2047463"/>
            <a:ext cx="3280835" cy="3035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8030F3-960C-221B-102D-7D5634C7F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476" y="1866501"/>
            <a:ext cx="2693630" cy="359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53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FC67-EDF1-A38B-B2CE-59BB43F0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71A1C7B-17D5-009E-A776-44648565C6E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420A10-EBA7-5A71-5237-A6BFE95C18C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D26435-268F-47D6-C795-3E7CBCAA1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6627F99-8B50-C408-6FB7-82FBC1262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5427F85-D7FE-7322-1E33-7BBB78C809E9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D1685-2B9D-0E0D-70E0-7551B05DB484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Boarder Tab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320A70-B9EF-A003-937D-C9B7550D3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936" y="1770597"/>
            <a:ext cx="4449289" cy="405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21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C271D-0854-1690-0C2F-E44C04B2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51625F9-5A12-9CDE-9BC2-D80DA8F442BD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55AE4-8991-4F7A-B62F-229CCC270DBA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4B11F9-9248-4B12-096D-0130863CD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1CDC2DC-A76A-4C8C-288D-E72BC4C3A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089E5C2-6960-88E3-FA4F-5DF2909667E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3C2AE-BAA8-E8C0-2BD7-E5991BDDF3BD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Boarder Tab Options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D0B843-CBBD-AA2E-8820-9CF5522D2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155" y="3295695"/>
            <a:ext cx="2862405" cy="26101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1197D3-9AE8-8223-4255-813B0432A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985" y="1433316"/>
            <a:ext cx="3972045" cy="1191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63FB7A-173F-A477-6D05-111782208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851373"/>
            <a:ext cx="3513826" cy="31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56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F496-4D6B-9701-0CC9-35A5FCA4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4157A79-9976-07C2-270B-5DE953D71834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5ED439-9146-09C6-646D-93F06FA8672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C3AF00-2654-5067-5F19-156ADF9D9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0A60128-B9D5-1D27-2737-9FA369CFE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71A30D1-6755-63D9-9B49-0FDDDB2400D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Cells, Rows and Columns Formatting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8F402-FE35-8963-04DA-09D76455496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Boarder Tab Options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A5AB0-8057-66E0-1ACC-77DE5B2D3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449" y="1769082"/>
            <a:ext cx="5177041" cy="421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03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D7C4-214E-B7C8-F837-30D2B4FE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D622A91-B4C4-8DF1-DDE1-B610260D4DB9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F8B5AC-5CFF-EE20-1E1C-9BFB625F3F12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45435A7-C435-0EEE-CAD0-43F8BC7CE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DD7520-98B4-B311-0AD6-5EE1C5CA6EF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2A7447-CD28-47A1-FA38-AF637CEE11F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07E927-3DFF-E020-1CB8-FB5D4B36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63B9643-9BEC-CA32-3459-1FE5BAA0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E1C5D87-D88C-2FC2-15F9-9D007307088C}"/>
              </a:ext>
            </a:extLst>
          </p:cNvPr>
          <p:cNvSpPr/>
          <p:nvPr/>
        </p:nvSpPr>
        <p:spPr>
          <a:xfrm>
            <a:off x="2846717" y="2890174"/>
            <a:ext cx="836762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Format Painter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75855-99BD-7AC3-C870-F1FCF532367F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D2939-033B-7B4E-DADA-622ABD9091A1}"/>
              </a:ext>
            </a:extLst>
          </p:cNvPr>
          <p:cNvSpPr/>
          <p:nvPr/>
        </p:nvSpPr>
        <p:spPr>
          <a:xfrm>
            <a:off x="1593013" y="2751675"/>
            <a:ext cx="64123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7716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6D58-5D53-A73C-E6CA-C79379C7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4A3C939-777A-3DFF-E04D-34FACBD0B793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386E3-0482-9271-1B2C-A9DDF0CF1109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BDA44D-647E-6131-B3E6-583777AA9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B57F08-8F1D-DC84-9A26-1E1D7BFB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0161EEA-306C-A7B5-6AD6-0ADCDEC8CC7F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Format Painter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C82-2BD8-4243-C53B-37EC416DEA7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Painter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95AEA9-7311-B4E8-7A93-5E405C045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524" y="1978251"/>
            <a:ext cx="7841645" cy="323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588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B85D-F1F8-3BD7-90EB-77D3251D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A617AAB-E98A-DD51-D4F9-4E66BF58CFB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226472-9980-B862-0E24-7D87E4112CB3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7DB9BA-3174-283E-D66B-11E175899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D3D3AE7-4A3C-C494-C566-8C7028791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71E395C-13C3-B7EF-5017-B0D3C1A37D62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Format Painter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57F84-AB58-083C-F112-B27BA02C943B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Painter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EBEF9D-9DAC-0D2B-7FBD-72E149F69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3" y="1885594"/>
            <a:ext cx="2789127" cy="20225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558893-065E-235A-42AD-5D2813814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216" y="2507160"/>
            <a:ext cx="1320745" cy="928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134C8-0E28-F175-66A6-EA1D44323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549" y="3815373"/>
            <a:ext cx="4508925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4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14F1-405B-6735-7E31-D781E1ED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2E7D52A-176F-FB42-3CFC-9F11AD6D2E61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4D468A-91A0-D780-F3B6-CED5541E2F46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5CF26AD-8A4C-5880-ECCC-A066C7196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AEC8730-3348-DE70-C359-93C5FCD0D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33CD5A7-435C-5CFB-94EA-1C8FAA9E820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Format Painter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ECBD3-EA82-8A8D-693B-FB3CF0CD180A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Painter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7F37D7-E930-D1DD-3468-951B8A487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44" y="2408720"/>
            <a:ext cx="3904124" cy="155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C0CD86-6C5F-69EB-F611-77F97E73A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174" y="1849904"/>
            <a:ext cx="3904124" cy="348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46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D95B-67C6-3C7A-7FB0-DC145083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02C9BCC-479B-5834-56C7-0D076FCBF81A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3662E5-D100-DDC0-BA78-AA03D5E4A5F8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2561D3F-14C0-6B5D-BA9C-6F34D7A06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A56B48F-C652-EEA0-0723-7CBCCEEDD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27B9559-538C-8B8D-549B-D100B87911B6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Format Painter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37C34-974C-22DD-5E24-315DBD4E06A9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Painter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5704DB-387C-BD1D-70FD-70D33187A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188" y="1917348"/>
            <a:ext cx="4105561" cy="38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132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3E774-0D01-0894-4279-9861C13D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18030EE-DC76-806F-476E-DAD02A7EE8A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907DB2-26C6-0A38-9AC7-3B4BA3ACCD1E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A45D472-AC74-2DB6-B7F3-9EEE2985C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586D88-ADF1-2EC2-3497-B7E2E5532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A6CD20A-738B-9379-9AA2-E14A2BACA5F7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rgbClr val="185C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  Format Painter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9991E-E8E9-9F77-CE98-C38CD1510EEC}"/>
              </a:ext>
            </a:extLst>
          </p:cNvPr>
          <p:cNvSpPr txBox="1"/>
          <p:nvPr/>
        </p:nvSpPr>
        <p:spPr>
          <a:xfrm>
            <a:off x="969193" y="952120"/>
            <a:ext cx="7700353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rgbClr val="0D5E3E"/>
                </a:solidFill>
              </a:rPr>
              <a:t>Format Painter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F0C99-5B57-B48E-CC3B-DD3D7BAE8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1197" y="1704399"/>
            <a:ext cx="6479067" cy="448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03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298E-4A1F-B2CF-AB47-10BE9A93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9C86C6E-ADEC-35B7-2ED4-7D9CA309A20F}"/>
              </a:ext>
            </a:extLst>
          </p:cNvPr>
          <p:cNvGrpSpPr/>
          <p:nvPr/>
        </p:nvGrpSpPr>
        <p:grpSpPr>
          <a:xfrm>
            <a:off x="75969" y="185439"/>
            <a:ext cx="3410275" cy="892109"/>
            <a:chOff x="75969" y="185439"/>
            <a:chExt cx="3410275" cy="89210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41EC6D2-84AB-0531-03C2-90A5BAE4EDC7}"/>
                </a:ext>
              </a:extLst>
            </p:cNvPr>
            <p:cNvSpPr/>
            <p:nvPr/>
          </p:nvSpPr>
          <p:spPr>
            <a:xfrm>
              <a:off x="1838036" y="246551"/>
              <a:ext cx="164820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Excel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Training </a:t>
              </a:r>
            </a:p>
            <a:p>
              <a:r>
                <a:rPr lang="en-US" sz="1600" b="1" cap="none" spc="0" dirty="0">
                  <a:ln w="0"/>
                  <a:solidFill>
                    <a:srgbClr val="0D5E3E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Bold" panose="00000800000000000000" pitchFamily="2" charset="0"/>
                </a:rPr>
                <a:t>for Beginners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79C2658-3BB8-5877-90AB-9E22C4714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969" y="185439"/>
              <a:ext cx="1762067" cy="89210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06282-E3BE-E703-AC1D-B0875EE22E2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8D3D94-1C3C-044A-D9F7-9C81857F0AD5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521F90-8347-64C3-1CEF-58D2838F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0E922CD-9EC1-0BED-9FFC-F2450A874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A2D961F-11A9-03CA-3FFD-35110BC9E25E}"/>
              </a:ext>
            </a:extLst>
          </p:cNvPr>
          <p:cNvSpPr/>
          <p:nvPr/>
        </p:nvSpPr>
        <p:spPr>
          <a:xfrm>
            <a:off x="1345721" y="3180540"/>
            <a:ext cx="10846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Formatting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052C5-0A0B-4147-EBF9-ADE7C83EF780}"/>
              </a:ext>
            </a:extLst>
          </p:cNvPr>
          <p:cNvSpPr/>
          <p:nvPr/>
        </p:nvSpPr>
        <p:spPr>
          <a:xfrm>
            <a:off x="9036704" y="185439"/>
            <a:ext cx="28664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D5E3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SAID FAWZY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64B2E-C5D9-1E89-5939-8BB4C27D3741}"/>
              </a:ext>
            </a:extLst>
          </p:cNvPr>
          <p:cNvSpPr/>
          <p:nvPr/>
        </p:nvSpPr>
        <p:spPr>
          <a:xfrm>
            <a:off x="570235" y="1737554"/>
            <a:ext cx="41838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Bold" panose="00000800000000000000" pitchFamily="2" charset="0"/>
              </a:rPr>
              <a:t>Exam 4</a:t>
            </a:r>
          </a:p>
        </p:txBody>
      </p:sp>
    </p:spTree>
    <p:extLst>
      <p:ext uri="{BB962C8B-B14F-4D97-AF65-F5344CB8AC3E}">
        <p14:creationId xmlns:p14="http://schemas.microsoft.com/office/powerpoint/2010/main" val="252668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AD3C-EA1F-B699-B726-982C631E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E68AB71-C132-C522-934E-BAF6CE765F75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D46A06-6609-6F14-DE18-F094316928AF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1E6A6F-EB2B-71C7-CBC4-25CD33A27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A5F6AB-1E57-E645-C267-A028337F2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202ECD9-2534-9FD2-E3C3-A772027C5208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4: Formatting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6B213-072F-733B-8982-41AD3451A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66" y="991096"/>
            <a:ext cx="9793067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53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5CF8-6156-0DFD-795A-FEC78A1D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EBE5499-1E63-DEDC-0F0A-195CF19E1E97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DC7E04-0579-151A-68EE-5C29C731C792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1CF89B-7A17-4805-A413-CF64A0987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087791-CE77-4601-1FDC-8F472B472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BA7BDC-25BC-D7D7-E5AD-00E8DCA1D040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4: Formatting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64B9D-2556-8838-9E20-AD0242B39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009" y="1638553"/>
            <a:ext cx="8868534" cy="25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0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B18D-23A7-7324-9E55-3175B44E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4BCCAFD-D4C8-2C09-CE0E-6910FDB29E12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4597D4-BD67-1A36-8EE5-EBD81ED1069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1CCD44-7D93-209F-4ED4-0606B87C2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F301264-A623-F3CF-A6EF-6B7F84329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661A544-623D-B343-900B-D660376B3745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4: Formatting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F2253C-F2F7-0A42-528A-400C7E2AA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31" y="4812064"/>
            <a:ext cx="3328248" cy="9746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EA7A26-8165-F153-BC7E-BF52C81AF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454" y="1798466"/>
            <a:ext cx="6746439" cy="33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85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7F72-EA59-F3D6-8AD8-AF76D5CD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ECF625-F377-AF41-EA91-A5DBFC08EC60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25E5B8-F0DD-EE48-D341-840130101D10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115CCD-B1DA-44A0-A314-449D94B3A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90ACB1-FA43-42F2-90F5-95B06AC10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6AB66B6-9283-0080-A089-4CA219CCCFFE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4: Formatting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FF8FF-1304-E0F7-00BB-FAB4A0449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721" y="1856010"/>
            <a:ext cx="9071199" cy="223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4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4D72-C664-7A09-2F13-F5E14160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1E0DF68-1214-8688-88CE-BB300D20B498}"/>
              </a:ext>
            </a:extLst>
          </p:cNvPr>
          <p:cNvGrpSpPr/>
          <p:nvPr/>
        </p:nvGrpSpPr>
        <p:grpSpPr>
          <a:xfrm>
            <a:off x="-147782" y="6299194"/>
            <a:ext cx="12542982" cy="521143"/>
            <a:chOff x="-147782" y="6151418"/>
            <a:chExt cx="12542982" cy="521143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DF4DFC-E363-BF7E-E60F-C6F74C63B6B1}"/>
                </a:ext>
              </a:extLst>
            </p:cNvPr>
            <p:cNvSpPr/>
            <p:nvPr/>
          </p:nvSpPr>
          <p:spPr>
            <a:xfrm>
              <a:off x="-147782" y="6151418"/>
              <a:ext cx="12542982" cy="52114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85C3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C6F5E1-28A9-3169-D0B9-EF47A0415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48" y="6201797"/>
              <a:ext cx="1542473" cy="433820"/>
            </a:xfrm>
            <a:prstGeom prst="rect">
              <a:avLst/>
            </a:prstGeom>
            <a:grpFill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B11FF2-2C87-544E-73DA-E9ACFBF73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7018" y="6272150"/>
              <a:ext cx="1586176" cy="279678"/>
            </a:xfrm>
            <a:prstGeom prst="rect">
              <a:avLst/>
            </a:prstGeom>
            <a:grpFill/>
          </p:spPr>
        </p:pic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84025C-67B3-278B-934D-E4D7FBC44371}"/>
              </a:ext>
            </a:extLst>
          </p:cNvPr>
          <p:cNvSpPr/>
          <p:nvPr/>
        </p:nvSpPr>
        <p:spPr>
          <a:xfrm>
            <a:off x="0" y="0"/>
            <a:ext cx="12192000" cy="870364"/>
          </a:xfrm>
          <a:custGeom>
            <a:avLst/>
            <a:gdLst>
              <a:gd name="connsiteX0" fmla="*/ 0 w 13830766"/>
              <a:gd name="connsiteY0" fmla="*/ 0 h 870364"/>
              <a:gd name="connsiteX1" fmla="*/ 13830766 w 13830766"/>
              <a:gd name="connsiteY1" fmla="*/ 0 h 870364"/>
              <a:gd name="connsiteX2" fmla="*/ 13830766 w 13830766"/>
              <a:gd name="connsiteY2" fmla="*/ 870364 h 870364"/>
              <a:gd name="connsiteX3" fmla="*/ 877492 w 13830766"/>
              <a:gd name="connsiteY3" fmla="*/ 870364 h 870364"/>
              <a:gd name="connsiteX4" fmla="*/ 897864 w 13830766"/>
              <a:gd name="connsiteY4" fmla="*/ 846884 h 870364"/>
              <a:gd name="connsiteX5" fmla="*/ 974440 w 13830766"/>
              <a:gd name="connsiteY5" fmla="*/ 609600 h 870364"/>
              <a:gd name="connsiteX6" fmla="*/ 0 w 13830766"/>
              <a:gd name="connsiteY6" fmla="*/ 0 h 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30766" h="870364">
                <a:moveTo>
                  <a:pt x="0" y="0"/>
                </a:moveTo>
                <a:lnTo>
                  <a:pt x="13830766" y="0"/>
                </a:lnTo>
                <a:lnTo>
                  <a:pt x="13830766" y="870364"/>
                </a:lnTo>
                <a:lnTo>
                  <a:pt x="877492" y="870364"/>
                </a:lnTo>
                <a:lnTo>
                  <a:pt x="897864" y="846884"/>
                </a:lnTo>
                <a:cubicBezTo>
                  <a:pt x="947173" y="773952"/>
                  <a:pt x="974440" y="693768"/>
                  <a:pt x="974440" y="609600"/>
                </a:cubicBezTo>
                <a:cubicBezTo>
                  <a:pt x="974440" y="272927"/>
                  <a:pt x="538168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Bold" panose="00000800000000000000" pitchFamily="2" charset="0"/>
              </a:rPr>
              <a:t>      Exam 4: Formatting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A3DA8-556E-8262-BB84-3A695AB41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97" y="4897585"/>
            <a:ext cx="2742509" cy="6750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972E3D-E6AD-E289-84C9-0A2DE593D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359" y="1830960"/>
            <a:ext cx="6877526" cy="324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23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1544</TotalTime>
  <Words>402</Words>
  <Application>Microsoft Office PowerPoint</Application>
  <PresentationFormat>Widescreen</PresentationFormat>
  <Paragraphs>133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Montserrat SemiBold</vt:lpstr>
      <vt:lpstr>Open Sans SemiBold</vt:lpstr>
      <vt:lpstr>Retrospect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F. Huda</dc:creator>
  <cp:lastModifiedBy>Said Fawzy</cp:lastModifiedBy>
  <cp:revision>168</cp:revision>
  <dcterms:created xsi:type="dcterms:W3CDTF">2016-11-14T07:59:55Z</dcterms:created>
  <dcterms:modified xsi:type="dcterms:W3CDTF">2025-09-09T14:08:33Z</dcterms:modified>
</cp:coreProperties>
</file>