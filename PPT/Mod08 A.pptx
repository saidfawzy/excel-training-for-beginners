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48"/>
  </p:notesMasterIdLst>
  <p:sldIdLst>
    <p:sldId id="445" r:id="rId4"/>
    <p:sldId id="461" r:id="rId5"/>
    <p:sldId id="467" r:id="rId6"/>
    <p:sldId id="565" r:id="rId7"/>
    <p:sldId id="469" r:id="rId8"/>
    <p:sldId id="670" r:id="rId9"/>
    <p:sldId id="671" r:id="rId10"/>
    <p:sldId id="672" r:id="rId11"/>
    <p:sldId id="673" r:id="rId12"/>
    <p:sldId id="674" r:id="rId13"/>
    <p:sldId id="677" r:id="rId14"/>
    <p:sldId id="675" r:id="rId15"/>
    <p:sldId id="574" r:id="rId16"/>
    <p:sldId id="586" r:id="rId17"/>
    <p:sldId id="678" r:id="rId18"/>
    <p:sldId id="679" r:id="rId19"/>
    <p:sldId id="680" r:id="rId20"/>
    <p:sldId id="681" r:id="rId21"/>
    <p:sldId id="575" r:id="rId22"/>
    <p:sldId id="593" r:id="rId23"/>
    <p:sldId id="687" r:id="rId24"/>
    <p:sldId id="688" r:id="rId25"/>
    <p:sldId id="689" r:id="rId26"/>
    <p:sldId id="690" r:id="rId27"/>
    <p:sldId id="691" r:id="rId28"/>
    <p:sldId id="682" r:id="rId29"/>
    <p:sldId id="683" r:id="rId30"/>
    <p:sldId id="684" r:id="rId31"/>
    <p:sldId id="696" r:id="rId32"/>
    <p:sldId id="697" r:id="rId33"/>
    <p:sldId id="692" r:id="rId34"/>
    <p:sldId id="698" r:id="rId35"/>
    <p:sldId id="576" r:id="rId36"/>
    <p:sldId id="633" r:id="rId37"/>
    <p:sldId id="704" r:id="rId38"/>
    <p:sldId id="706" r:id="rId39"/>
    <p:sldId id="707" r:id="rId40"/>
    <p:sldId id="705" r:id="rId41"/>
    <p:sldId id="700" r:id="rId42"/>
    <p:sldId id="701" r:id="rId43"/>
    <p:sldId id="572" r:id="rId44"/>
    <p:sldId id="708" r:id="rId45"/>
    <p:sldId id="669" r:id="rId46"/>
    <p:sldId id="460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8.png"/><Relationship Id="rId7" Type="http://schemas.openxmlformats.org/officeDocument/2006/relationships/image" Target="../media/image5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Managing </a:t>
            </a:r>
          </a:p>
          <a:p>
            <a:pPr algn="ctr"/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the Excel Workspace</a:t>
            </a:r>
            <a:endParaRPr lang="en-US" sz="54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8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75779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Exploring Workbook Views</a:t>
            </a:r>
            <a:endParaRPr kumimoji="0" lang="en-US" sz="48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775693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Using Zoom in a Worksheet</a:t>
            </a:r>
            <a:endParaRPr kumimoji="0" lang="en-US" sz="48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614450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Arranging Workbooks</a:t>
            </a:r>
            <a:endParaRPr kumimoji="0" lang="en-US" sz="48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867863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Freezing Panes</a:t>
            </a:r>
            <a:endParaRPr kumimoji="0" lang="en-US" sz="48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72796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8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8: Excel Workspace</a:t>
            </a:r>
            <a:endParaRPr kumimoji="0" lang="en-US" sz="48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Exploring Workbook Views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Workbook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How to know which view you are in?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86FE6A-D82B-B36A-E895-02EA49A01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127" y="4377049"/>
            <a:ext cx="5229417" cy="9540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7C49F2-5593-2C19-3610-62EF22EA4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966" y="1992015"/>
            <a:ext cx="4186648" cy="190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DCB1-CF41-7AE3-DC92-50F9695F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20E5639-FAE1-078B-0BEE-3679FDB8F03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B3C626-D2D6-E781-260B-7652A5FF60B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E20C14-316C-1CD1-D047-537336EDA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636C72D-5CAE-7BAF-C4C8-C75A230F2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B2D4687-C358-72A3-6A35-64DF20B63D9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Workbook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D2EAD7-29C4-7DD7-B158-01B2566FB2B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Normal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D8233-A9A1-BABD-BCBD-508C03442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434" y="2371376"/>
            <a:ext cx="5099026" cy="232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26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68894-E977-C1D4-6910-A649DF7CB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D93B317-AFF5-00BA-C659-E7037BE4CFE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76C18A-99E8-C7CC-80E6-B505F25263F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2C7045E-EAEA-A8F5-F353-E123F9527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4071CB7-EE66-CC57-4E6D-B1FBEC7DD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90E243F-A604-8133-64CF-711DEBA2C61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Workbook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EDEF8-4FFC-A716-6C67-ADF28513176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Page Break 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D2DE9C-F828-C423-F865-0C58EB6E6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056" y="1598451"/>
            <a:ext cx="3682893" cy="41553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D4FBE9-81E9-7D8E-831A-52CF2FDFA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007" y="1572523"/>
            <a:ext cx="3591544" cy="399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06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0C3B9-D681-0246-A3A7-508DC2ED7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C1ED2B-393D-C68B-827A-BB40B7C7485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48A8C5-4175-051D-BFDD-8486DA07D8A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4727844-E6E0-BD60-F7F1-B3E057B50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C0D754-B3B7-E8A5-F54E-1040A8793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ED83235-2B51-1145-EA2E-C5CEF486B15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Workbook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808B2-73E3-58CA-9276-D4B3BE66FB1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Print Preview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4CFE3-A017-D511-A2B8-15BCA54FB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842" y="3261613"/>
            <a:ext cx="2477601" cy="64633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847810-50AE-2C4D-8DA6-0337CF444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448" y="1447210"/>
            <a:ext cx="5313710" cy="4275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D4CC6-BA89-9548-F034-627F2FAC1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875" y="4683255"/>
            <a:ext cx="3790129" cy="52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36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59C1-3B6E-3AA9-8CCB-7E34DA17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9B274F5-38DA-7CDB-4EE0-C1464C46542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3EB1C5-5300-B934-80F8-0D1968B7DCF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01C51FB-C4B3-FBA6-0E35-D237EB425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20547F-329D-2424-C9A6-F36672075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A333D7D-E388-CCEB-E24D-393D7988E47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Workbook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DDC1A-63FA-B913-E279-BA3667FF645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Page Layout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8B9735-C887-96A1-11FD-9FE5CEE5A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622" y="2133801"/>
            <a:ext cx="8719484" cy="21968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3DAD4F-32AC-E1D7-E556-B0F2B7199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1734" y="1142705"/>
            <a:ext cx="6304255" cy="870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C04598-5B8E-737C-9B91-6AE579428194}"/>
              </a:ext>
            </a:extLst>
          </p:cNvPr>
          <p:cNvSpPr txBox="1"/>
          <p:nvPr/>
        </p:nvSpPr>
        <p:spPr>
          <a:xfrm>
            <a:off x="6998180" y="5224764"/>
            <a:ext cx="1878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Zoom Slider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FF934-1A92-97E6-54CE-5F6BCA0CE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546" y="5152255"/>
            <a:ext cx="2668242" cy="41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51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1470-CE93-944B-1CFF-E9591D052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3DAEE46-0669-DDE0-D3EB-8CD55A3DAB8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D17D23-3FA4-9897-B479-A67D2E4C51A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652E5D-23DF-FA99-8CA1-021EB5FAA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5BB1C6-F569-D83B-9EA0-0825B17FF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A41771-97CB-0DCF-C1F4-7216B96D6E2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Workbook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F13BF-DBC8-5240-32D0-9CC8EB9AF71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Custom 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91AEE4-0CE7-26A5-139C-2EF523028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702" y="2319354"/>
            <a:ext cx="3600592" cy="18734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C8CF10-D582-DEC7-1C26-8A0BC68EF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360" y="2248098"/>
            <a:ext cx="3495865" cy="196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62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ED56F-5688-57EA-8C9D-EA8FD9F0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2B9F147-496F-0DBC-D367-E7BFCB56FEE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FC1301-52CB-F450-15CE-D6735946333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F299FB4-5A22-D014-A35A-3B1D88690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02E9166-653F-5299-7973-6BCE33674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56036A6-A312-432D-FCC3-6862E0B5CC9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Workbook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1033E-2A72-1424-6C36-0D607F2CC89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Custom View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9014EA-8466-7B6C-6E7F-9FC37C41A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008" y="3161713"/>
            <a:ext cx="3656361" cy="197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1B5DD3-0952-88E7-7358-911CE522B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191" y="1567111"/>
            <a:ext cx="6064709" cy="387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24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8D8A-022F-5F01-6FFF-EF051E7D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D0BFF26-AC74-7470-BE0A-E776A61F599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C68790-A989-98D6-3D71-F89315C8300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17846A-4D57-B9C4-6770-A1F2D286E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7B4819-A32E-620B-5CD6-E5D33E62F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3050CBF-546B-AE2F-E6DD-2A44005215F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Workbook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02F05-9D3C-EA33-3852-8A67EBF1815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Show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029E2A-949C-51C7-4B73-5A95B984B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260" y="2455046"/>
            <a:ext cx="3997480" cy="169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047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398145" y="2494110"/>
            <a:ext cx="1060186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Using Zoom in </a:t>
            </a:r>
          </a:p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 Worksheet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Zoom in a Worksheet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4DBB-C202-E843-77C4-5EC41752D133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Using Mouse Wheel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FA92E-A673-6F3B-14DC-DED6FA8AE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430" y="1742687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4DDD-4C46-B7DD-8225-87766831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82F8E34-9D67-ABE7-6C3A-1CC476BE87E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9F49FE-36A5-64D4-4838-18E72FA8A3A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69F92AA-47CC-CEB1-6549-9453EB548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2579242-A2E1-3FD9-9CC9-40D19376D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BDCA70C-3ADD-285F-6A68-663BB6DE4BF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Zoom in a Worksheet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51C71-50C5-89AF-13F3-518C3F27DB8A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Zoom Slider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7FEB4D-CBB2-61B8-DCDB-9F0526C28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320" y="4315487"/>
            <a:ext cx="3337793" cy="5211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BB0212-A2BD-CB08-ADE2-D68F4739B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324" y="2021371"/>
            <a:ext cx="1770293" cy="281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1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E1EA-B1EF-B640-AA82-C14B4FE1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F0134CB-9230-6598-02E8-409651DF765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3040B0-F11D-3196-855F-EE546DB37DF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E0C9B9D-3E57-C859-F9BB-97CD07B04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A9D702-6178-526B-6C41-7CB5394F3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9491732-43FF-E6F4-D1D1-19BBABF5877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Zoom in a Worksheet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0DE6B-970F-EC1E-0B6F-A57279023FAD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Zoom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AED9E9-20A0-CE0E-35D4-ED35E8F66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795" y="2576318"/>
            <a:ext cx="2668394" cy="17053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DD87C9-95F3-09CA-311F-32B79D9ED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231" y="1825820"/>
            <a:ext cx="1735787" cy="2760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FD8E25-C52A-8E14-E713-52D00B20F4AE}"/>
              </a:ext>
            </a:extLst>
          </p:cNvPr>
          <p:cNvSpPr txBox="1"/>
          <p:nvPr/>
        </p:nvSpPr>
        <p:spPr>
          <a:xfrm>
            <a:off x="8818978" y="4586204"/>
            <a:ext cx="1498040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Zoom </a:t>
            </a:r>
          </a:p>
        </p:txBody>
      </p:sp>
    </p:spTree>
    <p:extLst>
      <p:ext uri="{BB962C8B-B14F-4D97-AF65-F5344CB8AC3E}">
        <p14:creationId xmlns:p14="http://schemas.microsoft.com/office/powerpoint/2010/main" val="2738856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8308-2FD9-0228-274E-34B14EF1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1E7C5EF-4068-4DC7-83AE-C9498A10A0D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453598-75F2-2314-A7E5-349AD4BD7F0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12CF1F4-25C4-DBCD-1EA0-60E8E3D1F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B7BAFF-B019-7BD5-0EF9-445BFB078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A9C404-A451-F2AA-DB43-1E7D24C45BA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Zoom in a Worksheet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24B83-9502-6C8F-AEB9-2BB124CC9EE0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Fit Selection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9FDCC0-69F7-A85C-2F72-7F197079B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378" y="2400378"/>
            <a:ext cx="3998272" cy="32411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8DF170-0F5D-D1DA-2D47-E3CBA1FE7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275" y="2680115"/>
            <a:ext cx="4575789" cy="160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5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E97E-94AB-103A-9AB3-E20E31159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1515853-5361-0910-10C7-860236FFAE2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F5E58C-369E-B0E5-E343-C09A6E337C2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FEC7B1F-1747-8B29-AA78-7D4E4D917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120BC6-D156-F6A9-E5CD-68C29F8D0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2590AE4-1319-43B4-7F0C-ACFE7EF90C4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Zoom in a Worksheet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D21F1-3FA5-326C-E41C-75E9EC9C111A}"/>
              </a:ext>
            </a:extLst>
          </p:cNvPr>
          <p:cNvSpPr txBox="1"/>
          <p:nvPr/>
        </p:nvSpPr>
        <p:spPr>
          <a:xfrm>
            <a:off x="937484" y="1096356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Using Shortcut keys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44ABFA-8CAB-9CD8-0115-353B7E7AF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292" y="2598076"/>
            <a:ext cx="5163416" cy="203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10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855344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Arranging Workbooks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6F076F-0F25-1C1B-8582-7579350AA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709" y="2701976"/>
            <a:ext cx="6436294" cy="1454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C6D448-32FF-E966-6906-2D4184F34A0A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Window Group</a:t>
            </a:r>
          </a:p>
        </p:txBody>
      </p:sp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8033-2AD6-B0F3-778D-921033B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ADEC746-E708-2DD0-BE08-F1A2F6022DF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28C497-BA6F-0863-9059-8D5BFABD2DA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90E753-FD99-08E2-6012-467CD5D1A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714688B-FDF3-A8D2-A107-51F0AA052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9F2BFF6-1CBE-4524-7DAD-B5F24C9C595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CBA25A-0BE6-542A-E569-D76D1F929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41" y="4468483"/>
            <a:ext cx="4550855" cy="1028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4C481F-79A9-3727-97BC-4C3D93766735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Window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EAD17E-BC3C-21A4-C80A-B1FD7CC72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843" y="1399014"/>
            <a:ext cx="3497103" cy="344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1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7A25-84F5-3618-54F6-2C63A52D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945AA85-B9F3-E172-12AE-FF27BD6C4DE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BE3813-FB07-5767-3759-9C1BE10E2F0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CABFD5-236A-EB96-9325-0706990EA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E380C6-DB7D-A99A-69B7-78A6A781E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A64E40-BD9B-59CF-16BF-ECBA0D16930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DA58ED-D6B1-7326-56EB-22B2CAC79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05" y="5029051"/>
            <a:ext cx="4550855" cy="1028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0476C3-0CD5-9BD5-5FBF-821DA94E3CA7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Window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061608-0403-EB2E-89DD-1B96199A0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814" y="2186796"/>
            <a:ext cx="2519035" cy="24844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893D94-CB42-6D32-1773-E8CA362D5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5910" y="1661563"/>
            <a:ext cx="5348407" cy="28878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671C1DD-5226-3BEB-C611-163EFDF71057}"/>
              </a:ext>
            </a:extLst>
          </p:cNvPr>
          <p:cNvSpPr/>
          <p:nvPr/>
        </p:nvSpPr>
        <p:spPr>
          <a:xfrm>
            <a:off x="1518249" y="2872596"/>
            <a:ext cx="1423359" cy="2846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344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B49B-DEB8-A66F-B1E3-42B6C898E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214643C-8253-447A-FCB3-E7F20F0BAD2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66600E-3037-34FC-C043-01936CE86AF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E272AF-8971-131C-BDD8-439B9D979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7019864-1695-2B14-840E-649E356D7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7C97E8A-5AA3-243D-EA1B-2BB77EAE9A8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8E622-8E6B-1C7A-DEF0-D43BE1F5F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05" y="5029051"/>
            <a:ext cx="4550855" cy="1028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07070D-C60C-F8AE-02D2-293CBC82D5A5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Window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3E5B5A-3E0B-CC12-DC4D-5BAE1DA05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814" y="2186796"/>
            <a:ext cx="2519035" cy="24844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117919-E7ED-B435-9430-543D24297504}"/>
              </a:ext>
            </a:extLst>
          </p:cNvPr>
          <p:cNvSpPr/>
          <p:nvPr/>
        </p:nvSpPr>
        <p:spPr>
          <a:xfrm>
            <a:off x="1483743" y="3099269"/>
            <a:ext cx="1423359" cy="2846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3D947-B13A-B77D-6CF8-AC59679CB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5504" y="1783890"/>
            <a:ext cx="5926716" cy="320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14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2FAE-15E4-BDC7-C3BC-32AD2514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78C6E-9F4D-758F-530B-5CBBA420865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5E1D85-B969-3C6C-0FCA-42C7C40B752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2C7EDD-9570-282B-ABE9-F26A92CCC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791A7D-58EE-BEAD-612F-1284E9B77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73F4F8A-2E7E-67A1-D669-AE5CC53478C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E58D7-662A-4B67-3264-CA4DFFDFD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05" y="5029051"/>
            <a:ext cx="4550855" cy="1028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FF55E-F947-13BC-77C6-FD3C62A6E109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Window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77F312-9B5E-C94D-21F1-C1CC76734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814" y="2186796"/>
            <a:ext cx="2519035" cy="24844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D4151E-25B2-0C16-396F-CDEC20C8B0CE}"/>
              </a:ext>
            </a:extLst>
          </p:cNvPr>
          <p:cNvSpPr/>
          <p:nvPr/>
        </p:nvSpPr>
        <p:spPr>
          <a:xfrm>
            <a:off x="1500996" y="3334611"/>
            <a:ext cx="1423359" cy="2846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0B3431-BA77-9425-026F-C0A54F9C12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5102" y="1835514"/>
            <a:ext cx="6212102" cy="336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24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D17E-7AA6-9A5E-1887-4A9BA445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D837F91-6E72-9425-8CC7-0CE989C8A20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EB94BF-EA20-65A6-1CE9-2F8D692D39C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94E78D7-4D38-0A58-619D-36AFB7140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CE40D8B-318A-D261-2D8F-30A6AA2B7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12507A6-8FAF-48EA-E0D9-72EC22B2C33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F2538-DE05-1F01-857C-5811271E9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05" y="5029051"/>
            <a:ext cx="4550855" cy="1028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A27BC-EA87-B755-6E2A-3CDF624CD53B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Window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549D68-80F3-AA20-6CC3-6C812811A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814" y="2186796"/>
            <a:ext cx="2519035" cy="24844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3BA55F-46FF-770A-9679-0EF1A1F5D038}"/>
              </a:ext>
            </a:extLst>
          </p:cNvPr>
          <p:cNvSpPr/>
          <p:nvPr/>
        </p:nvSpPr>
        <p:spPr>
          <a:xfrm>
            <a:off x="1500996" y="3576141"/>
            <a:ext cx="1423359" cy="2846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8A6A2B-8DF0-26A9-F6BA-F706E34E9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095" y="1656273"/>
            <a:ext cx="4999091" cy="318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96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D45D-CA10-35A2-9D8A-1BA6AC53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61F2E02-F264-8C0A-54F4-53EDAFF4A76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B27990-CFF3-6EF9-6752-39A3C2F4454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893778-2464-0590-2D8D-2DB94D617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CBCF36-C0D3-6752-F3E6-E5FCFB6EB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5B82C88-EBFF-3612-F15E-1111946E81F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B298-07B4-3D81-F4F6-46036689B916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Switch Windows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FD1AE3-714B-2061-A4EA-D679F9FC6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150" y="2509190"/>
            <a:ext cx="4058870" cy="241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19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8A5DB-FFFC-EE8C-5233-ABFDAFEB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2F6DE27-1C26-CBB7-2F29-302BDA9FF50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A305D9-A362-2F7E-1B8F-6B77BE81EF2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D635B2-8BEB-8B9B-037E-5E58ADDD7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59B2018-27E2-7F63-6D2C-FDA25F1BB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CF9F0A9-CA12-A247-40EB-046714B6F0C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DBE6A-BA9D-E79E-4D6D-AF3D2522E053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View Side by Side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FA25A-2F30-0CA1-1843-FCD3528A9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772" y="3433313"/>
            <a:ext cx="3386704" cy="1852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EA2F4A-A72E-47EB-46A0-B3BB6995C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786" y="2100579"/>
            <a:ext cx="3064690" cy="265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44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C569-B2C6-8B93-DD90-6156925E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56162A0-CF20-5A7A-5E7C-3EA570A05EF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1699BC-BDFA-7BD2-3041-8860C958CCF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00012A6-A654-A1CA-6937-9A4DDA9D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D913ADD-8D67-9AC7-D4A7-2D4CD9AE8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E30C6F-10E8-5B66-1630-F0290E99504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74B53-5D81-497C-7F76-2A0D473FCE84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Using Windows Snaping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2A6A1F-0A7A-F652-543B-D1FAB500F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975" y="2074964"/>
            <a:ext cx="4353965" cy="302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78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22131-B0C6-CB91-E74A-8CCC838A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992447-A52A-9901-F4B1-DCBFAB7C9EE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E1ABB0-6100-EA59-6495-A65977CE65F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AC92D00-C3AB-D37A-4A25-047F12EDC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1DA54E3-5BA4-13E8-B4D8-B50541598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2D6C35E-D64A-D08E-D66C-4D6568211CF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5E68E-C450-8299-AC74-4DE73C302E75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Using Windows Snaping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A9138C-6B89-2502-0507-FD229CDB8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45" y="4446746"/>
            <a:ext cx="2184651" cy="15156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F6C83C-7EDE-3572-ED90-AA03F5BC5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054" y="3062089"/>
            <a:ext cx="1347849" cy="9063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A449E0-43FC-C55F-B47F-8BE0C7152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7718" y="2141205"/>
            <a:ext cx="7260337" cy="392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07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E7B31-CE80-7568-49A6-656EB9F7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64252C6-46FD-D542-D937-69CE67E5317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531A0E-56C8-6CFC-C9A2-9B148392E20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0E49301-FD20-9E34-3FF3-76F203287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22F2050-EC68-6345-DB69-9217FFC97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515072-2AA5-0238-DFB1-A9856697EB8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9121A-876C-A918-4DAA-0427AE1CBED7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Using Windows Snaping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344F35-E5CE-6CDB-C075-C44758A30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45" y="4446746"/>
            <a:ext cx="2184651" cy="15156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EFA0AB-C571-0514-DAA6-298C05615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054" y="3062089"/>
            <a:ext cx="1347849" cy="90631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7A6D24-5B0D-0CFC-B845-B8EC12E07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8630" y="2251793"/>
            <a:ext cx="6552316" cy="356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08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C689D-7996-8628-3D96-28F1D21F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81A6DEC-1F30-06F0-82E3-1E7EE08F392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ECC18A-2183-1331-81AB-E68EC728DB2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197A93-4F97-6ABE-6BFE-6D9A681FA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78DBD4-A28E-867E-D4B6-C2BDC91F4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F07B688-14F6-7791-3E21-3EA8919301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4AEE5-1122-BBEE-E890-BBFD88756E41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New Window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D7DD0B-5799-55E8-61AE-3CE329988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63" y="3411802"/>
            <a:ext cx="955312" cy="1317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0A7D5C-10B3-396A-E739-384484550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71" y="5029051"/>
            <a:ext cx="4548010" cy="103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CCA581-3D6D-9607-2B07-A929726ED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422" y="1355822"/>
            <a:ext cx="6565094" cy="352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96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4419-47FF-6117-D3EC-39B987C0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6A8CF-90C7-7DEA-AB82-38236DC202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6C9F41-B252-FBF0-3F1D-39BE72AF556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E7EB046-98F9-E6BB-E2D1-3E1D649E2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6A3736-43BC-1A1F-4B71-F0713F063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42BE87-976D-93AE-05B2-74A4D80A6A9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Arranging Workbooks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B9797-3527-035F-82CB-60B729108120}"/>
              </a:ext>
            </a:extLst>
          </p:cNvPr>
          <p:cNvSpPr txBox="1"/>
          <p:nvPr/>
        </p:nvSpPr>
        <p:spPr>
          <a:xfrm>
            <a:off x="937484" y="1182619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New Window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8BC58B-35B1-9C74-8B7A-4816104FD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63" y="3411802"/>
            <a:ext cx="955312" cy="1317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5BDA07-851D-9BF1-62DC-F14D10396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71" y="5029051"/>
            <a:ext cx="4548010" cy="1030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716C7E-6CF5-A2EB-242A-77471BDC7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709" y="2391096"/>
            <a:ext cx="3919740" cy="2103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6C7F83-8F31-FE16-0449-8A1B0FE487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4028" y="1821458"/>
            <a:ext cx="5344708" cy="397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D715E9-063D-4FF8-0B44-DDED64DE15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803" y="1821457"/>
            <a:ext cx="5253892" cy="3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64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846717" y="2967335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Freezing Panes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6D58-5D53-A73C-E6CA-C79379C7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4A3C939-777A-3DFF-E04D-34FACBD0B7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386E3-0482-9271-1B2C-A9DDF0CF1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BDA44D-647E-6131-B3E6-583777AA9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B57F08-8F1D-DC84-9A26-1E1D7BFB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161EEA-306C-A7B5-6AD6-0ADCDEC8CC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Freezing Panes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ECC82-2BD8-4243-C53B-37EC416DEA7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Freeze Panes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A6E3A6-DE76-2A3F-D10A-29535D56C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31627"/>
            <a:ext cx="3696925" cy="27867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292844-8335-AEB2-D4EF-060668C88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63" y="4916937"/>
            <a:ext cx="4974656" cy="112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B78B-A40A-963A-4267-9A967CC72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186281A-7092-B955-6C42-2B608062FB5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1A32FB-E62F-38FC-85F4-0FE87231AE7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BF6F293-2A67-A997-0F0E-99AAB5D09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E303C0-4F1D-F23D-E34E-B1D7D7722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CE16830-2061-4BE9-1E19-3ADC4DF59BF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Freezing Panes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C769A-E2DD-D3A9-E574-2EE981C6BB3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Freeze Panes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FAFF9F-B77A-22FE-A6F0-37EBD5606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9" y="2093851"/>
            <a:ext cx="3696925" cy="27867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BB20FC-65CC-E8C5-25BB-93077F1C4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33" y="5254230"/>
            <a:ext cx="3450073" cy="781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E1731C-19CA-D938-33C9-CB91E18354B8}"/>
              </a:ext>
            </a:extLst>
          </p:cNvPr>
          <p:cNvSpPr/>
          <p:nvPr/>
        </p:nvSpPr>
        <p:spPr>
          <a:xfrm>
            <a:off x="646981" y="3597216"/>
            <a:ext cx="3303917" cy="5779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0420D3-1FB8-4DEA-2F6B-E2DB38A38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967" y="943651"/>
            <a:ext cx="7300000" cy="532249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E71503F-0446-A88D-BFA8-9FCD6B6BF6A0}"/>
              </a:ext>
            </a:extLst>
          </p:cNvPr>
          <p:cNvSpPr/>
          <p:nvPr/>
        </p:nvSpPr>
        <p:spPr>
          <a:xfrm>
            <a:off x="4758905" y="1309467"/>
            <a:ext cx="7191062" cy="2260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79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8ECCA-D01A-E310-FECF-56325371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A328323-3D4F-F622-50DD-FDFDA5A12B7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771495-11B3-65B0-A6F8-930E1C21B7A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1DFDA7E-E116-1362-5B13-30B11CC32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24DE1FE-34D3-7215-369E-DC1716819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697293F-2C69-307B-430B-E7E33400FF7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Freezing Panes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C6B4A-319F-249E-CE82-BF680C424E9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Freeze Panes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A1C988-13D6-6661-41F6-25F1DDDB3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9" y="2093851"/>
            <a:ext cx="3696925" cy="27867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F5F13F-16D0-8099-BE86-F55836541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33" y="5254230"/>
            <a:ext cx="3450073" cy="781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F9B7BFB-DCA5-4A16-2CB9-8023DB61ECA8}"/>
              </a:ext>
            </a:extLst>
          </p:cNvPr>
          <p:cNvSpPr/>
          <p:nvPr/>
        </p:nvSpPr>
        <p:spPr>
          <a:xfrm>
            <a:off x="646981" y="4201053"/>
            <a:ext cx="3303917" cy="5779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1B347-436A-FBF5-1DAD-2177E9F4E4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967" y="943651"/>
            <a:ext cx="7300000" cy="532249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5322549-2349-303D-753E-CBBB6738CCBF}"/>
              </a:ext>
            </a:extLst>
          </p:cNvPr>
          <p:cNvSpPr/>
          <p:nvPr/>
        </p:nvSpPr>
        <p:spPr>
          <a:xfrm>
            <a:off x="4758905" y="1309466"/>
            <a:ext cx="1426235" cy="49651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459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4A27-84D4-9415-0AC8-AADBF9692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898301A-7016-B92F-0B8D-36452A69BCD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63BBD9-B90A-384B-AAD4-A27DB174E1D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B27B5D-315D-C508-EE22-6A7E51B74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206447-B21F-301A-0C0E-4605872CF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B568F8-B7AA-FF16-2803-3CF1B2B446D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Freezing Panes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1E3B37-FD8F-C330-A1C3-977C1F8D604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Freeze Panes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FBD069-ADF6-568D-B263-E1D6D6588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9" y="2093851"/>
            <a:ext cx="3696925" cy="27867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680619-F0ED-689B-B28E-3C52F801F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33" y="5254230"/>
            <a:ext cx="3450073" cy="781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B4E948-7A0A-946E-86B6-CE569397D1A2}"/>
              </a:ext>
            </a:extLst>
          </p:cNvPr>
          <p:cNvSpPr/>
          <p:nvPr/>
        </p:nvSpPr>
        <p:spPr>
          <a:xfrm>
            <a:off x="621103" y="3045119"/>
            <a:ext cx="3381554" cy="5779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614EF6-619F-5775-CB5E-366A535FD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967" y="952120"/>
            <a:ext cx="7300000" cy="532249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1C7948-0076-2CC4-D7DF-0AE6AE25527B}"/>
              </a:ext>
            </a:extLst>
          </p:cNvPr>
          <p:cNvSpPr/>
          <p:nvPr/>
        </p:nvSpPr>
        <p:spPr>
          <a:xfrm>
            <a:off x="6234023" y="2142290"/>
            <a:ext cx="1262333" cy="195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A64DD0-BFDE-3EC2-4865-EBA6CD9EDD91}"/>
              </a:ext>
            </a:extLst>
          </p:cNvPr>
          <p:cNvCxnSpPr>
            <a:cxnSpLocks/>
          </p:cNvCxnSpPr>
          <p:nvPr/>
        </p:nvCxnSpPr>
        <p:spPr>
          <a:xfrm>
            <a:off x="6234023" y="2139352"/>
            <a:ext cx="571594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BFAE45-9642-A53C-265F-26DE6A371BF9}"/>
              </a:ext>
            </a:extLst>
          </p:cNvPr>
          <p:cNvCxnSpPr>
            <a:cxnSpLocks/>
          </p:cNvCxnSpPr>
          <p:nvPr/>
        </p:nvCxnSpPr>
        <p:spPr>
          <a:xfrm>
            <a:off x="6234023" y="2139352"/>
            <a:ext cx="0" cy="41352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005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EBD27-446A-A61C-5814-B616B4AD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37EA5D2-8C6C-ED49-BF1D-D478C773160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E6476D-A12D-813A-9636-08DB0CE344C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E275E3-1B2D-E31B-71F1-AB6B1471E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0822F38-F639-8914-3E3F-A7320017A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871995C-F9B0-2348-36C2-893EA201F5C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Freezing Panes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E1F83-989D-8B57-9836-3E3CCBC501F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 err="1">
                <a:ln/>
                <a:solidFill>
                  <a:srgbClr val="0D5E3E"/>
                </a:solidFill>
              </a:rPr>
              <a:t>UnFreeze</a:t>
            </a:r>
            <a:r>
              <a:rPr lang="en-US" sz="3600" b="1" dirty="0">
                <a:ln/>
                <a:solidFill>
                  <a:srgbClr val="0D5E3E"/>
                </a:solidFill>
              </a:rPr>
              <a:t> Panes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5C2CE-D04B-1C33-4F5D-155EAD214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33" y="5254230"/>
            <a:ext cx="3450073" cy="781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20D0D-8600-DF73-8C5A-378C5D441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967" y="943651"/>
            <a:ext cx="7300000" cy="532249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F6419C-0258-BA93-525A-86F24BE99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179" y="1861830"/>
            <a:ext cx="3704315" cy="30034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A4F39D-DD7D-A6CD-E12D-5C861C637735}"/>
              </a:ext>
            </a:extLst>
          </p:cNvPr>
          <p:cNvSpPr/>
          <p:nvPr/>
        </p:nvSpPr>
        <p:spPr>
          <a:xfrm>
            <a:off x="867119" y="2851031"/>
            <a:ext cx="3368451" cy="5779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63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CD74-8F4D-8AAD-AB17-DF55C425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209999A-B157-0BB6-6FF9-07A2E150288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C9E2807-111A-3FE2-621B-532EBCD68BD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A89AC9-B3CE-94C0-1DD8-5F70C0050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6BAF18-4A8E-FF0B-8256-D166BB18B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2C04DD5-BE3D-EE69-6B21-7521B66F27B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Freezing Panes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7B906-C0E4-D149-2D4F-50BBCCCB05D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Split</a:t>
            </a:r>
          </a:p>
        </p:txBody>
      </p:sp>
    </p:spTree>
    <p:extLst>
      <p:ext uri="{BB962C8B-B14F-4D97-AF65-F5344CB8AC3E}">
        <p14:creationId xmlns:p14="http://schemas.microsoft.com/office/powerpoint/2010/main" val="3559973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58C55-5858-3CD0-FA14-FE8EA8902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1FC5A14-C4F5-57DE-262F-D25BB057186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B61559-D5E3-E49F-D1B6-D1FBAA89A1C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7B3216-DDAB-C201-2423-E4A8209D7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A874BB3-E9F1-8379-1F91-F0273A17D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EA125D-28B3-293D-8D5E-978803DC1F7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Freezing Panes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077F1-7F95-B002-7528-3F413D0D628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Freeze Panes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4CD7CE-7800-4283-FF28-D3BD061FA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33" y="4951562"/>
            <a:ext cx="4786110" cy="108425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041CA3-4A14-F8C1-0889-E1D5AA9E7406}"/>
              </a:ext>
            </a:extLst>
          </p:cNvPr>
          <p:cNvSpPr/>
          <p:nvPr/>
        </p:nvSpPr>
        <p:spPr>
          <a:xfrm>
            <a:off x="1846053" y="5020574"/>
            <a:ext cx="552090" cy="2846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9204A-7A63-5C79-D1CF-5B1A7BFE8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143" y="925168"/>
            <a:ext cx="5454197" cy="39715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CC5C64-D238-D35F-CAC6-AA2E28B51C6D}"/>
              </a:ext>
            </a:extLst>
          </p:cNvPr>
          <p:cNvSpPr/>
          <p:nvPr/>
        </p:nvSpPr>
        <p:spPr>
          <a:xfrm>
            <a:off x="10317018" y="1940943"/>
            <a:ext cx="198582" cy="992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B8530-F607-D8AF-2F14-050D63A2EE7C}"/>
              </a:ext>
            </a:extLst>
          </p:cNvPr>
          <p:cNvSpPr/>
          <p:nvPr/>
        </p:nvSpPr>
        <p:spPr>
          <a:xfrm>
            <a:off x="10317640" y="2953842"/>
            <a:ext cx="198582" cy="1997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20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207698" y="3226706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Workspace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8</a:t>
            </a: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1D9F-39BD-EFAD-F025-E7750B014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E8C5C3A-396F-AF65-B10B-85C269D949C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1E5708-7906-E4EF-DB04-B83D3ABE587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8F8F71-C863-547F-0E21-C77F1F87E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6E8C30-600F-1A44-B0F7-7EA16228E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98868E-BEFC-143B-EE0B-A247BD57E98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8: Excel Workspace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B1621F-BB9C-BEBC-8FA5-F3851FF5E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82" y="1193762"/>
            <a:ext cx="9538036" cy="22352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17E207-F189-E550-C45C-2BAE23B2A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6557" y="3645354"/>
            <a:ext cx="2390461" cy="243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38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62F8-CAAF-1E26-FA3A-42AE1ECD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FF3C051-54CE-08FE-F329-A5E4E4C126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85DB85-CC17-B5BC-5736-F4A4D4287CC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410550E-BC97-DBB1-40C4-7FE031E1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314ACB6-23CC-0941-1E50-1A61EFDC2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B0BE02D-DEBB-111A-1067-E11A1C5C2EF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8: Excel Workspace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3C45F-4CFC-2B2A-1F42-4F56BF340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1571693"/>
            <a:ext cx="8608297" cy="402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1794</TotalTime>
  <Words>313</Words>
  <Application>Microsoft Office PowerPoint</Application>
  <PresentationFormat>Widescreen</PresentationFormat>
  <Paragraphs>122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215</cp:revision>
  <dcterms:created xsi:type="dcterms:W3CDTF">2016-11-14T07:59:55Z</dcterms:created>
  <dcterms:modified xsi:type="dcterms:W3CDTF">2025-10-01T06:32:06Z</dcterms:modified>
</cp:coreProperties>
</file>