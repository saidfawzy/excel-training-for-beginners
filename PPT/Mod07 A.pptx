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89"/>
  </p:notesMasterIdLst>
  <p:sldIdLst>
    <p:sldId id="445" r:id="rId4"/>
    <p:sldId id="461" r:id="rId5"/>
    <p:sldId id="467" r:id="rId6"/>
    <p:sldId id="671" r:id="rId7"/>
    <p:sldId id="565" r:id="rId8"/>
    <p:sldId id="469" r:id="rId9"/>
    <p:sldId id="676" r:id="rId10"/>
    <p:sldId id="677" r:id="rId11"/>
    <p:sldId id="678" r:id="rId12"/>
    <p:sldId id="679" r:id="rId13"/>
    <p:sldId id="680" r:id="rId14"/>
    <p:sldId id="681" r:id="rId15"/>
    <p:sldId id="682" r:id="rId16"/>
    <p:sldId id="683" r:id="rId17"/>
    <p:sldId id="684" r:id="rId18"/>
    <p:sldId id="685" r:id="rId19"/>
    <p:sldId id="686" r:id="rId20"/>
    <p:sldId id="687" r:id="rId21"/>
    <p:sldId id="688" r:id="rId22"/>
    <p:sldId id="690" r:id="rId23"/>
    <p:sldId id="696" r:id="rId24"/>
    <p:sldId id="689" r:id="rId25"/>
    <p:sldId id="574" r:id="rId26"/>
    <p:sldId id="586" r:id="rId27"/>
    <p:sldId id="697" r:id="rId28"/>
    <p:sldId id="698" r:id="rId29"/>
    <p:sldId id="699" r:id="rId30"/>
    <p:sldId id="700" r:id="rId31"/>
    <p:sldId id="701" r:id="rId32"/>
    <p:sldId id="702" r:id="rId33"/>
    <p:sldId id="703" r:id="rId34"/>
    <p:sldId id="704" r:id="rId35"/>
    <p:sldId id="705" r:id="rId36"/>
    <p:sldId id="706" r:id="rId37"/>
    <p:sldId id="707" r:id="rId38"/>
    <p:sldId id="708" r:id="rId39"/>
    <p:sldId id="709" r:id="rId40"/>
    <p:sldId id="575" r:id="rId41"/>
    <p:sldId id="593" r:id="rId42"/>
    <p:sldId id="710" r:id="rId43"/>
    <p:sldId id="711" r:id="rId44"/>
    <p:sldId id="712" r:id="rId45"/>
    <p:sldId id="713" r:id="rId46"/>
    <p:sldId id="714" r:id="rId47"/>
    <p:sldId id="717" r:id="rId48"/>
    <p:sldId id="718" r:id="rId49"/>
    <p:sldId id="715" r:id="rId50"/>
    <p:sldId id="576" r:id="rId51"/>
    <p:sldId id="633" r:id="rId52"/>
    <p:sldId id="719" r:id="rId53"/>
    <p:sldId id="720" r:id="rId54"/>
    <p:sldId id="721" r:id="rId55"/>
    <p:sldId id="722" r:id="rId56"/>
    <p:sldId id="723" r:id="rId57"/>
    <p:sldId id="724" r:id="rId58"/>
    <p:sldId id="728" r:id="rId59"/>
    <p:sldId id="725" r:id="rId60"/>
    <p:sldId id="729" r:id="rId61"/>
    <p:sldId id="726" r:id="rId62"/>
    <p:sldId id="727" r:id="rId63"/>
    <p:sldId id="672" r:id="rId64"/>
    <p:sldId id="673" r:id="rId65"/>
    <p:sldId id="730" r:id="rId66"/>
    <p:sldId id="731" r:id="rId67"/>
    <p:sldId id="674" r:id="rId68"/>
    <p:sldId id="732" r:id="rId69"/>
    <p:sldId id="675" r:id="rId70"/>
    <p:sldId id="733" r:id="rId71"/>
    <p:sldId id="734" r:id="rId72"/>
    <p:sldId id="735" r:id="rId73"/>
    <p:sldId id="740" r:id="rId74"/>
    <p:sldId id="739" r:id="rId75"/>
    <p:sldId id="736" r:id="rId76"/>
    <p:sldId id="737" r:id="rId77"/>
    <p:sldId id="738" r:id="rId78"/>
    <p:sldId id="741" r:id="rId79"/>
    <p:sldId id="742" r:id="rId80"/>
    <p:sldId id="572" r:id="rId81"/>
    <p:sldId id="669" r:id="rId82"/>
    <p:sldId id="746" r:id="rId83"/>
    <p:sldId id="743" r:id="rId84"/>
    <p:sldId id="747" r:id="rId85"/>
    <p:sldId id="744" r:id="rId86"/>
    <p:sldId id="748" r:id="rId87"/>
    <p:sldId id="460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presProps" Target="presProp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0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Inserting Objects</a:t>
            </a:r>
            <a:endParaRPr lang="en-US" sz="54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7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79445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Inserting and Formatting Pictures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786535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Adding Shapes and Text Boxes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70708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Using Icons and 3D Models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8678633" cy="67710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38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Creating Diagrams with SmartArt</a:t>
            </a:r>
            <a:endParaRPr kumimoji="0" lang="en-US" sz="38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581204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Inserting Screenshots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8DCC-E55E-E3DA-E93A-93364707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41927-C574-711D-C6CA-95C2BC32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9ABEE50-FCD4-C361-220B-919BC6984935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6D576C-A305-D9C6-388B-18C29AF2949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254A1DD-AC94-6445-0E52-5D45E8CD567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3BEE2C5-D24A-0DA4-78C9-369ABE1869CA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A1DE61A7-560D-7861-3E59-DE8F4DCC8EF7}"/>
              </a:ext>
            </a:extLst>
          </p:cNvPr>
          <p:cNvSpPr/>
          <p:nvPr/>
        </p:nvSpPr>
        <p:spPr>
          <a:xfrm>
            <a:off x="1008264" y="718197"/>
            <a:ext cx="766870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4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Adding Comments and Notes</a:t>
            </a:r>
            <a:endParaRPr kumimoji="0" lang="en-US" sz="44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C9C76BFB-B294-1259-B595-F9F57F1175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575C264-3816-42FB-AAB4-340D1548E22B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BAFAC3-7003-35E2-8317-2514043320AC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356525B-7C42-A7FF-28DB-E87CD0B4CBEB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0995A7-E7BF-EDB4-DBFB-7731E4EA629C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15C5AE1F-1A9C-3FC7-FF79-D20D95D1C847}"/>
              </a:ext>
            </a:extLst>
          </p:cNvPr>
          <p:cNvSpPr/>
          <p:nvPr/>
        </p:nvSpPr>
        <p:spPr>
          <a:xfrm>
            <a:off x="1037094" y="2019778"/>
            <a:ext cx="61059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7: Inserting Objects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1BD90F20-62EA-6FC6-7053-EB7CD0DBCE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21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Inserting and Formatting Pictures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Inserting and Formatting Pictures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Pictures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B88D9A-A856-E61C-B376-913F364BE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489" y="2112747"/>
            <a:ext cx="2379452" cy="14478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CCEA1A-5685-21DE-2B46-F99A3693A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780" y="2147172"/>
            <a:ext cx="6557314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922-DBF1-C60D-D395-C0FBFF11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87C886C-5E19-D888-255A-D0174156A5C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27205A-F844-DF72-80AB-EC711DEAB64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93E4D1C-6BE0-D65C-87CB-247009683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3CCD57-42C0-990D-F6EE-EB71A974E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1EA8C97-4235-91B4-2B98-32299E0DEE6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5A1BE-99E1-7172-D293-87D746BA429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Corrections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DBB1E9-C908-C762-D161-1AAE022A0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723" y="1091261"/>
            <a:ext cx="4535823" cy="481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5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E600-5D0D-A31E-5EFA-34C8C733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66EBD5C-D40B-F545-394B-BB7394DFD38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DED343-018F-F475-F4CA-FA3C43397D9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45A541-C8C2-20FD-1AE8-176D66A6A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B4C39DF-2236-0BC8-3FA5-440C737DF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AA39188-E873-B6E5-6155-32FACC05EE4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B6415-4A31-1A70-A000-2CCE62606E7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Color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A846AA-C7FF-B523-7190-37BDA1A98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862" y="1169259"/>
            <a:ext cx="3988854" cy="45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8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724F-09B9-F315-6DE7-F84F13C4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A513A-A4E1-F046-7192-6C5BD3B470D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0ED9CD-BD66-0FCE-BE2A-D1A2FCAFDC3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4156E8-2348-EFEE-C835-2DFD34B30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28648B6-228E-DB86-3EF9-9FCEB3278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A5A4D1F-1659-498D-3F39-D21207524C4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E3C11-A249-0809-367A-33559A4DA95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Artistic Effects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D66B2D-30A0-F676-1D17-CFE92A8BC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086" y="1598451"/>
            <a:ext cx="3520786" cy="448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86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4A18-A785-E128-8935-0B8F62C9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892F9D-BF93-04B7-B6C0-843596BEB6B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BB242D-42EF-0D99-991E-FC8EA9982E4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E6D6C5-CB33-B0EA-A33C-FF8B61DF6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C5585B-8A4E-BB53-7BE5-62216F92F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3E37663-9ED7-1D5A-821F-E79C0702694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970AC-60F7-6EBD-2A5B-A2BB82EE054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Transparency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EC5213-BC49-4B5C-DD0B-541A8FC8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717" y="2139542"/>
            <a:ext cx="5528565" cy="216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17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BBAD-7EA1-F47C-0FDC-20206CEF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7FDB451-131C-F1A6-E7DA-5556FC56B63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93AD34-3CDD-7542-EF06-01B14258FA0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456686-A3F8-6C7F-6ADB-5FF7A1CB0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071573B-1FB8-2746-85B9-F0EE8722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601E12-4873-BE09-BEF3-1FB1EE56F3A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A8498-C987-0DAE-FE12-7B5719CAEF6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Picture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498E0-B249-AAA7-740E-5F910D882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870" y="2755789"/>
            <a:ext cx="7426337" cy="119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23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3038-D86D-66D1-3C20-658EC775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CC6D100-249C-59C0-C0AB-AB22A4B1735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EDF7E3-09ED-B220-A5E1-EF5FC9CE955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3B7799F-FEB5-4995-1A8F-3A51E5B15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E8D1BD-55C0-F600-4D4B-36E140052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5DE320-3EBA-84EC-543E-FB740D287F6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Adjust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CFD71-1578-66BA-F1EF-251F24C9DFC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Other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31304-04EF-E489-DDB6-3A17D6C6A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29" y="1997432"/>
            <a:ext cx="3271931" cy="233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0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A1A0-C5FF-9A48-E332-040389D7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6858F2-EA7A-273D-9D80-02558396E1B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7D4F37-9208-7E00-BF18-4461C6978D5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62FD74-534D-3EF7-38BE-3789C40AA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E84B9E0-F662-A57B-2878-CFCD5331F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B3C1E85-FB12-E571-EE80-DE1245A3F5B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F850C-B34B-8179-4FDF-3CD8F037389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Picture From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C8DD2D-56CB-F5D1-5D8C-D0FBB2EC5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514" y="1915266"/>
            <a:ext cx="4490742" cy="30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09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CDA09-F205-7DAD-551D-9FB96506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E0E8CD-69D4-59FF-BC42-A39E738D93B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B2698E-FF78-A9A4-9564-9A7E419D7C1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DA89AF-3CD5-7EB7-C082-608E00205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2F0928-6608-84A8-2E4B-1138A8C2C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445709-20BE-A81A-0D47-7FB3A588ECC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4777B-CFB6-F17D-C2FF-5CF71C31513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Options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6F855-F6D0-9271-3801-A3649B3E7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0704" y="2074692"/>
            <a:ext cx="4301478" cy="289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2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CB2AE-37A4-9A06-41D6-A6AF1458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36ECF77-A70F-8790-D6DD-A687192F1F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70BC01-5CC2-2807-056C-022C2CC2B3E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3F4203-8756-1407-BB7A-C8E21158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87FBCC-6A35-C205-B6B7-6FDF5F681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C7C70A-06A4-05B4-222F-0036B8D96BE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0557D-04BC-619E-5A61-C6185850D36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Resize and Rotate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41ED73-7087-F391-F276-C1483C1A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845" y="1536377"/>
            <a:ext cx="4597701" cy="42764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148429-51D8-1900-1FF8-2A7DC57DA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321" y="5812793"/>
            <a:ext cx="3229426" cy="26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673F3-9D8B-D313-1BD0-97CB3064B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853" y="4244196"/>
            <a:ext cx="2328128" cy="156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60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5D14-6022-73C0-DE3C-5B689171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7539BB8-72CA-05B1-CB0C-8CB3AFAFEEB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EBE10F-8607-D93D-BFC5-EAC0835A265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5B3EA2-8D96-2911-53F6-087F323BC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A6F1B3-6990-51E9-FBDA-C9B24A8ED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0267F1A-4CED-B8D8-9FB4-B71EED7F706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6318B-573D-D488-2E52-52344489F2C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Picture Size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82760-4799-A929-468E-6268E2757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49" y="2199871"/>
            <a:ext cx="3530701" cy="191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5C87-5F19-3322-A97C-D2964FC5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40F6F0D-D772-2840-4CA9-E78C9F267EA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8CC8E9-69E9-7607-C5C4-F4C6C215DE0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17597D-5E1E-E7B3-D792-9BD8134BF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83B3EB-D7F5-B174-6499-C0CD25848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A384097-A208-7965-47F2-E1095D7FDDC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2CD9B-ABC3-36EE-0127-F35C27EFD19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Lock Aspect Ratio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BEE388-BA73-CA3A-2DF1-9B14B1108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149" y="1409778"/>
            <a:ext cx="2650228" cy="403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1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5ACE-3FB3-47ED-6FDC-F3F542BB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C48AC3E-A2D6-E28B-0F5B-9D9AB60A51C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2962C6-4CCF-9490-5708-032DC23833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C1CA8A-4AD0-92AF-42BA-C00483B20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2BA7C1-8F04-347F-47D6-32E43B965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BB18FD-A14F-13AB-5BB0-18BE4836E96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3573D-E50C-7B36-7D61-79BC45A8D03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Move and size with cells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A7761B-403F-900A-AD2D-D0206C50D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69" y="1864030"/>
            <a:ext cx="3027077" cy="2374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2A88CB-6A06-6D76-1CBA-EEF68ADBD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736" y="2078821"/>
            <a:ext cx="2582834" cy="194519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9CCA22E-B262-50F6-2065-1B07E142BD3A}"/>
              </a:ext>
            </a:extLst>
          </p:cNvPr>
          <p:cNvGrpSpPr/>
          <p:nvPr/>
        </p:nvGrpSpPr>
        <p:grpSpPr>
          <a:xfrm>
            <a:off x="526211" y="3252158"/>
            <a:ext cx="3165895" cy="2653722"/>
            <a:chOff x="526211" y="3252158"/>
            <a:chExt cx="3165895" cy="265372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4F45E1A-C8CD-3A92-69FE-DABF0746D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7484" y="3886645"/>
              <a:ext cx="2066273" cy="1684462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9C465AC-A921-386E-4D91-EBC2C96CB38B}"/>
                </a:ext>
              </a:extLst>
            </p:cNvPr>
            <p:cNvSpPr/>
            <p:nvPr/>
          </p:nvSpPr>
          <p:spPr>
            <a:xfrm>
              <a:off x="526211" y="3252158"/>
              <a:ext cx="3165895" cy="265372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8536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2B46-777D-F4FD-2ACE-E505C976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F9D65EA-A7C0-9841-4D4F-C717AAD1210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7B2D5E-6FC2-7057-E8DB-127FF6F418C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57DAF1A-BD8A-29B5-DBD8-6C3545A5A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A14F72-D4AF-8CE7-61BA-7DD00CAE5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19065D1-B203-5667-5E08-CDA9B860B0A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4DD81-63B1-59A4-34C0-C19544C256A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from Stock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E50604-FCD3-162E-64FD-6A79A1AED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843" y="1680207"/>
            <a:ext cx="6958308" cy="37636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43E34F-54F8-4931-5321-20FE8D086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06" y="3712458"/>
            <a:ext cx="2758626" cy="185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89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411B-D56F-3D39-2CC5-E9C484A7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4C078D4-DB17-B326-8C52-DD814065C6F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0F8195-9C13-F386-904A-C18FA846EA7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563E981-3D36-238D-FB87-82CEB2FF5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B4A790-5790-6013-00A2-6A88677F6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7C64BCB-3DCC-B992-28BF-A9EEAA723DB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4D6CD-292B-0ACF-645E-A6793283D44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Online Pictures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D301D6-230F-75A8-336D-E3ACB97E4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829" y="1761992"/>
            <a:ext cx="2454378" cy="26144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8F3B3-7C0C-639F-86DF-F8B38D78B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890" y="1768352"/>
            <a:ext cx="5153656" cy="264434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4D3B77-EE00-2858-D8BA-DB4C30545C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69" y="4412695"/>
            <a:ext cx="2462947" cy="165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79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25187-E425-903E-3143-516AF12F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9F6B060-486A-E05C-4AA8-E4FBE9A34E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791ED0-A340-F2BA-536D-0E6EDC29EE2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D276B3-7631-7328-B29D-F36DC44A2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200CD4-96F3-6EF9-74AC-E29A78FD0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1CA28E-2BBC-E806-C6A2-74DB1DA0CAC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C6F59-4E0A-C3D6-E636-9B09AAE8A73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Online Pictures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98DCA0-B1D5-AD95-8E6E-DC388918B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97" y="4960189"/>
            <a:ext cx="1560330" cy="104995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1969C4-FBBA-47E1-0759-976454065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810" y="1598451"/>
            <a:ext cx="1843902" cy="4511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34C3A8-4953-BDEC-B4A4-5D374E688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986" y="3661133"/>
            <a:ext cx="2213333" cy="1945351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CA6AB9F-0192-A0CD-F112-9F78812B2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302" y="1370642"/>
            <a:ext cx="3315203" cy="44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25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0D8F9-0FFD-7C30-D4C5-DC5AC371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F3FC4A-B2D9-F8D8-2BF5-502B04EAAE4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AEB117-58DF-B186-EF64-170827DFA85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14345C-D758-BA57-E66E-E6AC8D24B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1D33CA-B96F-2BEA-6E51-53EB8BBE2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C37547-7646-C388-453F-8806821F709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Insert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306A2-AE4A-DBCB-2001-3B8E99FDBBC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Place in Cell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DE808F-BC11-37BF-2A76-C9290F2D3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170" y="1172720"/>
            <a:ext cx="3743562" cy="46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06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518914" y="2547575"/>
            <a:ext cx="903059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Adding Shapes and </a:t>
            </a:r>
          </a:p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Text Boxes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275B7E-D201-8B0C-D423-F58227FA3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208" y="1342843"/>
            <a:ext cx="4466159" cy="388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959D-CC6E-D02D-9343-99AF685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C3962C-9685-5D85-C4B6-1B924DF0AB8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02C23A-219C-1251-A7B6-AAF6A21F6BF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57E41E-56AB-8641-D09C-F10BD69DC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6D0705-C6B1-2A2C-2E26-584B7A508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DD0B54-51F3-5730-CD74-4733D71B6C6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1139B-F9D7-4738-502A-C43D7CFC3EEE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Shapes Gallery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D7CC4-CC7D-ED57-5DDF-87A0818E9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436" y="1537395"/>
            <a:ext cx="3055669" cy="378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C81D-AA68-2399-DC7D-D752CECE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7A0209F-3701-5B15-4610-AD92FCBBD71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42DA1C-EF74-D126-528E-B0BFA104AF7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9106C1C-D4E4-949A-9A0F-432F16929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AB41FD-E29C-56B2-C8EC-BADBE832E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63CE4DD-8EA4-F84B-B961-C801203A879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E29A4-6B61-4778-82A2-B0423166B18F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Cutout people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C7CE15-D0AE-C092-CB96-17F3C943B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898" y="2136896"/>
            <a:ext cx="1417007" cy="221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7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107A-D1D5-DF73-3FB3-BE9E0CDB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EFD6ABE-EC42-129E-676E-E6AF55E476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F2F439-ED16-5580-8248-A046F296CAD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72BC41-6CA8-6DE6-6A68-CFC2E87DF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437D06-7A91-86A4-0758-FF4D098CF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6B509F-795B-ADD3-F9BE-667B000F9CB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91E68-C00A-966F-E83A-C5FA9346576F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Set Default Format for a Shape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AA531-6E7B-E946-B073-BEF5F7E0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067" y="2029300"/>
            <a:ext cx="4507696" cy="13997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145ECE3-14BC-711A-6477-8A2C233500B6}"/>
              </a:ext>
            </a:extLst>
          </p:cNvPr>
          <p:cNvGrpSpPr/>
          <p:nvPr/>
        </p:nvGrpSpPr>
        <p:grpSpPr>
          <a:xfrm>
            <a:off x="7308864" y="1466420"/>
            <a:ext cx="2551128" cy="3922485"/>
            <a:chOff x="7308864" y="1466420"/>
            <a:chExt cx="2551128" cy="39224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464523-814E-45E1-B209-B2AED31EF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8864" y="1466420"/>
              <a:ext cx="2551128" cy="392248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E23016-D0BD-7E40-D250-EB66449C4D6A}"/>
                </a:ext>
              </a:extLst>
            </p:cNvPr>
            <p:cNvSpPr/>
            <p:nvPr/>
          </p:nvSpPr>
          <p:spPr>
            <a:xfrm>
              <a:off x="8358996" y="4830792"/>
              <a:ext cx="1397479" cy="1897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4666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D3C-DF64-F4CE-C518-A0A67957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325433-E2B5-FB22-C71C-3B443B22CD0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F35EAE-9CF4-43B8-B52F-6AEB8BD1CA4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4D59F7-1551-23CF-118C-83A743379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EF3D87-E9EB-CD1E-892E-4DB33D1E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2F10D-9B07-1521-A862-BC8830B16C7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C9BBA-FD8D-B654-DB5D-C34E09C2CA4D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Shape Fill and Border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640A3-458B-27F6-062A-D80A676B4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975" y="1699556"/>
            <a:ext cx="2221074" cy="3865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98F3D2-8667-95ED-EF83-C424B4F16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059" y="1699556"/>
            <a:ext cx="2520251" cy="398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27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EC9C-85EC-CFE1-32A1-1F661D94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CB514B4-B516-1625-87A8-F4F1E10BAAD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F3324F-5BC8-2319-C953-411AE4BF6C4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113AA4-C237-96BC-7B2C-4F2BD8BC9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FB13932-027E-CF2F-FD8A-640CCDBAD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CBCB70-EC92-95CF-7D99-B489C7F0CC0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F6E80-E72B-F0C1-9FAE-04EB9C1E8905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Duplicate an Object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7A0A0-5FA0-7872-6E38-26525DC5E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333" y="1882417"/>
            <a:ext cx="6574033" cy="870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7C0B50-0627-6988-1090-A20CA6BF9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333" y="3378273"/>
            <a:ext cx="6772969" cy="12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66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6F21-F74A-386A-58D8-78836500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AF39E-01AC-0BF5-3ACC-8E9D7ACAFDB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A09E3B-196D-CF4E-A0C0-EBF2C6C59D6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488FFA-531C-3FF2-4DCA-2A14203BA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8A55E0-93FA-4F0B-6081-5B379D77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3E0C7A3-558D-9684-64D1-939E9F5F62C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92DED-D545-6952-6CF6-3C03FC94656D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Align Shapes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F83B1D-C417-C16D-8585-66931C780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078" y="2104315"/>
            <a:ext cx="4178922" cy="1811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2EFA1F-EB86-E44C-1229-CD1A8E09D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140" y="1384163"/>
            <a:ext cx="2254878" cy="44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99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FA9D-F8C9-D2BF-70CA-AE25F266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FC612-2DBA-61AC-8EA1-970C46BF98D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D8E3A3-4446-AE4F-3F41-7630F5118D4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B055C5-4E73-2F55-49B1-0ED012AF3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264CAA6-7510-7280-0C34-2374209D5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93BE61D-A5BA-6BF8-D605-C19F477BAD2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6C837-AFC2-57B0-7BEF-59A18A41A5D3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Group and Ungroup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3436A-1459-B9BC-8ABC-93FC6609D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361" y="2132283"/>
            <a:ext cx="1814126" cy="259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29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D00D-BE6E-8A9F-18AC-3B9EC1A2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1CA264C-0963-7709-5006-7028F00D66D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8BBD5B-FEA4-6AAC-960E-AC03DDFC3D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8E523A-D9DB-918F-8654-731C5FE81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250143-FE27-4BAD-C551-186C04232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55F60B3-C26D-09BB-1DA3-59C6CE3D163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C01C9-90BA-D8F4-1AE8-E662A075329D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Link the Shape to Cell Value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C9F1C-2008-6D04-07DD-363DB0370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353" y="2903769"/>
            <a:ext cx="3645704" cy="6463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22FBB-B950-D0D0-6A1E-DDBC79411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977" y="2632768"/>
            <a:ext cx="2538935" cy="1162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F2E10-99EB-37AC-2C7C-24AA086E9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4218" y="5045992"/>
            <a:ext cx="6315752" cy="75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843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DC26-3884-7AEE-6F54-A373EF59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9424ED4-F212-CBC3-A7B3-68CD3047264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156DD9-14CF-325E-F352-E0D12572211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FA91FB3-F6A7-C1DA-1E8D-137764DA5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3527DD-441D-7821-1ABD-B2803610E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4E626D8-2D1F-5BCC-37B5-F84653E2893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0B061-03CE-11A7-6CF3-C1AD14688630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Format Text in the Shapes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A90882-6F62-08E3-7708-40D198666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295" y="2832035"/>
            <a:ext cx="7992827" cy="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28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ECFB-195A-48AE-2F72-3F97ABC3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B5A4CF-3C7E-CF32-8FDC-1763E922BCA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8C7C29-40F2-5F5F-C753-C5A3A3C19B7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115C8E-EF8B-888C-FE01-FEF219D35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7C28291-9211-962C-D2AF-F235E8637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F3CAB2-68A5-D6CE-CEAE-73758E7E5CF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2A668-C64E-220B-4051-D9B3E2C47061}"/>
              </a:ext>
            </a:extLst>
          </p:cNvPr>
          <p:cNvSpPr txBox="1"/>
          <p:nvPr/>
        </p:nvSpPr>
        <p:spPr>
          <a:xfrm>
            <a:off x="1114965" y="1053225"/>
            <a:ext cx="6284342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Insert Textbox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E7AE68-9458-68EF-F239-124F6B068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607" y="2331277"/>
            <a:ext cx="3270009" cy="1334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953D6C-761C-138E-CAAD-055C83B5C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509" y="3665591"/>
            <a:ext cx="2473884" cy="111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71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A12C-AD05-9859-60A1-6CA1A03B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4E2EE65-ED4B-5F7A-C605-C36AC18A241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9C9DD8-1B12-2C6E-3386-24CFD9565F5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CF2EB88-4C18-C7B0-F62D-7F7495B5C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3A1CC6-A883-7678-24E4-E567E6EEB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7DAB51-D961-28CC-5809-C67E6FE5345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796C3-C98E-9D9E-A745-88F022AA1ED4}"/>
              </a:ext>
            </a:extLst>
          </p:cNvPr>
          <p:cNvSpPr txBox="1"/>
          <p:nvPr/>
        </p:nvSpPr>
        <p:spPr>
          <a:xfrm>
            <a:off x="1114964" y="1053225"/>
            <a:ext cx="848623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Remove out the outline and background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DABF39-C409-5F72-0B7D-39B1F7F1D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50" y="1760473"/>
            <a:ext cx="2200826" cy="38674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451470-B5E0-0708-5056-D50CFDB95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984" y="1760473"/>
            <a:ext cx="2473884" cy="1114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02BB1D-4D42-D81E-B8DF-920CB875B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636" y="1849921"/>
            <a:ext cx="2040885" cy="386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33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2BED-5DC3-0929-E283-BFF38697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AD3C96-0360-2E34-A923-18CE33ED9E4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0D42C9-5E5A-CA81-6F98-D052E9C83D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A9586A-9BD8-D8C4-01F0-CFD3BCBCD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F5D933-9572-C137-EFDE-10351276E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DE7C402-64EB-F790-1F94-DD190093B2F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F6DCA-327F-C6A6-681C-849FDB842841}"/>
              </a:ext>
            </a:extLst>
          </p:cNvPr>
          <p:cNvSpPr txBox="1"/>
          <p:nvPr/>
        </p:nvSpPr>
        <p:spPr>
          <a:xfrm>
            <a:off x="1114964" y="1053225"/>
            <a:ext cx="848623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Textbox and Shapes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6C849-CA5B-2BCE-31E3-E4C41CCBD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065" y="1882417"/>
            <a:ext cx="2243681" cy="925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67B29C-BDE6-ACF8-92B2-353C20C2A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355" y="3269688"/>
            <a:ext cx="7457289" cy="16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98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4D61-6AD9-FE2B-CE62-E7045460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F7AE91-C45E-E197-94CC-F15CE5FDAFC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1C01FE-CE08-73F2-1152-674E23A4FFE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BD2C21-B7B5-BF0F-6CE0-BA7B86FD9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33442C3-F806-9C31-39DC-BFA38D549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310F413-2486-9E5B-3C50-500FA35CA31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Shapes and Text Boxes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9D8C2-AAED-CF79-64D9-56BB00AA26FF}"/>
              </a:ext>
            </a:extLst>
          </p:cNvPr>
          <p:cNvSpPr txBox="1"/>
          <p:nvPr/>
        </p:nvSpPr>
        <p:spPr>
          <a:xfrm>
            <a:off x="1114964" y="1053225"/>
            <a:ext cx="8486236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dirty="0"/>
              <a:t>Textbox , Shapes and Cutout People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20BF95-59A4-A366-AC5D-22BADF92C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504" y="2186279"/>
            <a:ext cx="6968529" cy="248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8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Using Icons and 3D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624A33-57B8-EC7C-67D9-D8EFFEB5F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370" y="1509851"/>
            <a:ext cx="6053429" cy="268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9C0F-D930-4374-0491-6A803147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25B27A7-BA41-CCA0-D16D-194C017864E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73F0CD-0E7F-9945-E89F-FC23B3245C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020169-B878-3459-5DCE-17443D8EE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BA54E9-B80A-F6A7-E65C-6D483FE38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C5E722-3E05-BFFB-1735-165F869DF4F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554FD-5BE4-06F6-59AE-99AFC8CFDCBE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Icon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5FF68-2E38-4403-9B9E-82DCB5C88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298" y="1680207"/>
            <a:ext cx="4480290" cy="1314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A0FF6-A8C5-1D94-2682-C46BC7050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815" y="3115358"/>
            <a:ext cx="5192259" cy="27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23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97C0-004C-E406-FD15-54D7B3C9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7DEB3DF-944D-47D3-956B-34F95306B95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AD1AE6-9F83-F1E5-0DD7-ADB6852E9E2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E6135D-3461-6949-1BF5-E5BA27617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4FE1C9-10EA-ACC8-E7DC-77DF0C6A0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F4CCE58-20E9-DED9-DABF-557A9853DF3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58656-8A2A-5031-3287-899D5F0F5AF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Icon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4A0558-DF6A-AB04-4BEE-A6A0CA592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778" y="1605055"/>
            <a:ext cx="4738068" cy="2081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9BDD2A-364E-0523-7F3C-A8AB611AA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916" y="4211505"/>
            <a:ext cx="5169574" cy="122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510C-4710-9558-94C8-287665B6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D3F75AF-A17F-36B9-63D9-D7D248252AF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F5A84-4B7E-7D18-7A63-0375969AD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47F8D9-F155-CB29-A233-93BBCBE43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5049E92-48E1-1745-E381-E1D81BD20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5FF2971-9DB4-AED8-C195-517E2A96072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AAC5D-10E8-BC23-DD6B-02E139B7159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Icon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2DB06F-47CA-720B-BF37-E9B3816CC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00" y="4648518"/>
            <a:ext cx="3513303" cy="833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24871-0B43-B055-1610-0F35ABC6F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0259" y="2373935"/>
            <a:ext cx="9559847" cy="10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5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2451-2EFD-4346-35CE-7BFE1BE3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E09426-F7C5-0BE0-9E22-A09973B27AF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D2EF72-1878-F79E-363F-9B1FBC23724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AD2C754-3AC6-5006-8D24-CCDEBBAEF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8E51FA-A8BD-B8C3-80AC-6B05B3ADD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F22B9BA-86BD-8DEE-D0E5-2AC7F368414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65652-A862-8D47-A954-722C91DC2A8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3D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F59B5-ADDB-6DFD-1895-3DC3EE8C0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814" y="2210679"/>
            <a:ext cx="2942911" cy="17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87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8DDC-A8C0-F72E-FFB7-EE020B90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482D874-B14C-742A-9A3C-B8F730CBCD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F87CF6-7E57-3B6E-CAB1-40192F0B6E5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E89BE9-9B68-5E42-640B-31862071F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25EA3E-203B-6386-6483-BD9B28C5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1CE8E2F-E11A-DAB9-F34C-50DB49E9BE7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74276-6AD1-65A3-3BE9-EA16A9C0063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Stock 3D Models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767727-3F2C-172D-8346-8EEE2B8E4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421" y="2244901"/>
            <a:ext cx="4139050" cy="218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56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A163-3E9E-FE1E-78DB-9D6E5325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B34A6E-F792-C8B3-68FC-031026D9E68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FC415F-E51D-F105-A0F5-E7B3487D590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8F1D1F7-3ABB-90DD-D608-C000EA204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2825FA-2114-038D-563B-3881CB10F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CAE7E0-2764-5DB0-1BC6-A53B6052880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D3D9C-166F-5E21-87F5-C7EDB41B0B8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Stock 3D Models</a:t>
            </a:r>
          </a:p>
        </p:txBody>
      </p:sp>
      <p:pic>
        <p:nvPicPr>
          <p:cNvPr id="3" name="Picture 2" descr="A computer with a screen showing windows&#10;&#10;AI-generated content may be incorrect.">
            <a:extLst>
              <a:ext uri="{FF2B5EF4-FFF2-40B4-BE49-F238E27FC236}">
                <a16:creationId xmlns:a16="http://schemas.microsoft.com/office/drawing/2014/main" id="{9BC0B020-8E67-8676-1610-CF71D0D3E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896" y="2142262"/>
            <a:ext cx="4241077" cy="2573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9317BA-95DC-1F7D-3C59-6CCAFA489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029" y="2334158"/>
            <a:ext cx="3935214" cy="255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61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1241-6554-9AE5-9A27-C0451B1F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821C69D-CFA7-FDAC-EEBD-EFEFD4E52C7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FBCEA0-C231-B0D8-898A-5EC4A58DF02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9946D72-CDEE-3FD3-4FBB-4104869AD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300DF6-1929-10C5-F416-C907367B0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C5C02C0-8F4E-D2CF-1513-5EAE44B9299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3EDB7-E9B4-DAB1-53AD-343D2E77677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Stock 3D Models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F710B6-54FD-35F3-CDEC-ADAE3F11A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903226"/>
            <a:ext cx="9544510" cy="1114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F903C2-A32D-8C7C-A841-C67D7C134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562" y="3631259"/>
            <a:ext cx="3191807" cy="1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17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0064-5A73-9801-35FD-8B482A72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B174B3-294A-CAFD-C20B-D3961F03A41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AE6880-30F2-9D5F-87D7-BD06A81D30F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D8DF2F-DA64-B431-8E88-8C5A8E09C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D55E08C-C1AC-A619-2E0E-943989117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281016-DC88-3818-F30B-29F0033BC4E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Using Icons and 3D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763DB-C241-52E3-BC7E-DEBF53E04BD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Alt Text for Accessibility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B9636C-A328-CCC0-D6E7-AC9449F5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336" y="1598451"/>
            <a:ext cx="2632452" cy="3282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62E5D-1DA1-3518-D639-6C1193871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69" y="2393280"/>
            <a:ext cx="1834704" cy="207144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3A821BB-2518-EB30-7A91-A5BA0F150207}"/>
              </a:ext>
            </a:extLst>
          </p:cNvPr>
          <p:cNvGrpSpPr/>
          <p:nvPr/>
        </p:nvGrpSpPr>
        <p:grpSpPr>
          <a:xfrm>
            <a:off x="427272" y="5130690"/>
            <a:ext cx="7844064" cy="942306"/>
            <a:chOff x="427272" y="5130690"/>
            <a:chExt cx="7844064" cy="9423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F66F0F-2A3A-FF3D-4663-30C526F66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7272" y="5130690"/>
              <a:ext cx="7844064" cy="91842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532BDA-C574-114E-1E18-9BED147D48E7}"/>
                </a:ext>
              </a:extLst>
            </p:cNvPr>
            <p:cNvSpPr/>
            <p:nvPr/>
          </p:nvSpPr>
          <p:spPr>
            <a:xfrm>
              <a:off x="5443265" y="5331125"/>
              <a:ext cx="646981" cy="7418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205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890174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Creating Diagrams with SmartArt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a Process 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BC58C-D33C-D95F-6FAF-27AF733FA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419" y="3152955"/>
            <a:ext cx="5562925" cy="29746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538359-A56F-9D6E-5F46-2D5C52DB7FFC}"/>
              </a:ext>
            </a:extLst>
          </p:cNvPr>
          <p:cNvGrpSpPr/>
          <p:nvPr/>
        </p:nvGrpSpPr>
        <p:grpSpPr>
          <a:xfrm>
            <a:off x="937484" y="1598451"/>
            <a:ext cx="4953691" cy="1371791"/>
            <a:chOff x="937484" y="1598451"/>
            <a:chExt cx="4953691" cy="13717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3AD5F7-FF2F-22CA-7241-4CF5DDF49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7484" y="1598451"/>
              <a:ext cx="4953691" cy="137179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FCDF76-EDE9-2A1B-2412-398A57D4C414}"/>
                </a:ext>
              </a:extLst>
            </p:cNvPr>
            <p:cNvSpPr/>
            <p:nvPr/>
          </p:nvSpPr>
          <p:spPr>
            <a:xfrm>
              <a:off x="4632382" y="2228372"/>
              <a:ext cx="862644" cy="2905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43A29-6FDD-05FD-6A38-922660EF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DA18E1-9059-951C-B656-870EA6B4EB8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7A0D5-5293-1003-A724-E50379E5512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6342C0-0163-09BD-7C13-96C9B1778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BF2C64-A438-8B49-976A-184AECBD6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A243B0D-90FE-6E2A-6434-5A7F8CAD7B1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E3807-A49D-1C9E-9A1C-25274A63C1E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Process - Continues Block Process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30AB40-0432-4C85-6B38-7A2D19EDD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354" y="4256442"/>
            <a:ext cx="3727094" cy="1649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5B31D8-60FE-F282-E1BC-54313EA37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52" y="1514208"/>
            <a:ext cx="6810418" cy="369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75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6A1A-5DF0-E53B-534E-0C8C59BB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A1D5437-4DF4-E880-538F-D026B6A85E3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BA7F4D-E40A-7779-DC1D-ED693378927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DEDE0F-36AA-1DAE-C972-3B58D7A42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0D7ABF-3B93-EA3D-43BE-BD6702005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8B3883-1480-3A6A-78F6-57663AD9FC8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D1174-17FE-C329-58F9-3A07435E5C7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Process - Continues Block Process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72239E-3C3C-2B7A-A532-ABFF2BB2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404" y="3310575"/>
            <a:ext cx="5864388" cy="25953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368B90-5853-8AB3-1089-63B5743C9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38" y="4452840"/>
            <a:ext cx="2678365" cy="14530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7C4643-C205-7636-0A63-DD2BC625C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369" y="1856909"/>
            <a:ext cx="7854725" cy="115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357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526C-85A7-A731-7389-C0E63D73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8DA27-79A8-8FBC-DFFE-9A587D2A92B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881A2E-B5E5-DB81-3D46-D402A3ABC9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B9CFB3-3B35-B26E-2566-8A7D80683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D933C1-68BC-42E6-9D3B-4A9BAAE5E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255E5F-630C-A694-7C87-D0E5D9C8AAF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238B3-E0AD-3A59-752C-319B614B20B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BFCDE-CD74-E519-4076-566566079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085" y="2199821"/>
            <a:ext cx="5519708" cy="245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49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A67F-CFCD-B83D-9003-81272064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5A1A79D-BBC7-CA8B-D53D-A3961AE6E10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2CFB23-93BF-DCAE-5385-EABB4A6C95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307528A-38CE-D353-ED8E-C6CA4867B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C5B9D8-7663-8910-BEC5-C9DDC6A4A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591F49-6FA3-7739-5B96-DEF0D7734E4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98FA9-4BEF-D2FF-AD15-638EC902E5E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Shapes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CE29D0-0CF1-48C0-C0E2-D323863F2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280" y="2733097"/>
            <a:ext cx="3215256" cy="1652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2C12A3-8BF0-652D-4E18-6272549B6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329" y="2519800"/>
            <a:ext cx="5524367" cy="24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5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801E-605A-B058-6213-7E7F9E6F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776653-3979-B475-0B3A-BFD63162632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33C453-2154-981A-B958-54A2A7E1BD5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8DB97B-A590-BD58-7E10-A95D295DA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1E15C-CD79-90FD-127C-5948BA085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D2B358D-6DBB-8E7F-5987-6743469BC1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B0B5F-D4A7-49D9-C723-5416E1FC598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your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C29BED-BD32-73DB-7230-542155837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59" y="1793808"/>
            <a:ext cx="3501634" cy="25995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E0484-7A1E-D6D8-9E05-A67FE8B95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381" y="2436395"/>
            <a:ext cx="4901379" cy="210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BF66-A3EF-84B3-198C-1436851FD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D08DA5-348F-65B5-08BB-BF61BCF6AB2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D3DE97-9FAA-E183-2ADC-75710665D4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390C873-BC3D-A614-E66D-1B1447E9A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1F597D2-D5AD-98C5-17CE-99378EE69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C315E55-A955-062B-C6ED-6B07F291524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1F984-62B2-E6B5-5FB2-105D7D1D9CB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a Hierarchy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BAFC7-7E8B-D624-3026-D5FD6AFEC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733" y="1798681"/>
            <a:ext cx="5784060" cy="3129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E3CBC-2126-F7A6-2977-48BDC98BD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077" y="3821836"/>
            <a:ext cx="3313305" cy="208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18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DCC9-ECE6-C585-A032-452BDE0B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BA5C45C-E8D3-B128-43F2-86CF6940154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DE89F9-1D02-424C-FC0B-5C669B8280A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BA4689E-5B0A-117B-EE9D-029466C0F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FC83CAC-621A-D0FB-D624-753EFE399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3CADE1-BD6E-AA45-2863-90EA54F6DDD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67C39-CDFD-4172-7F16-FF807F527AF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Pictures to the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BDB43C-5BAA-688C-998A-40CD76B70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1" y="1765792"/>
            <a:ext cx="3444825" cy="20815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40DD2-0A55-6E33-495B-FE6ADF2FF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06" y="3897760"/>
            <a:ext cx="3313305" cy="2084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0C5CB0-D063-819E-24A5-090DCB774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395" y="3517606"/>
            <a:ext cx="4422881" cy="22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4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521FE-5B8F-5A4D-FB94-B773EAA0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E39E5E-EBCC-75AC-8031-5F0451FD6B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714F76-C6C5-86A5-D7C2-813C767F711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38E5C0-EE8B-0A16-D7CD-95D1B3184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497F5E0-7CD2-341D-1E71-EB85C889E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D5D310-3B30-2893-4DFE-7CD5985C2ED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B94C-3E87-48CE-2916-92F3E3F5397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Edit Pictures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B3F40D-4BE5-DC45-5D4D-DB993EB0F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814" y="2267928"/>
            <a:ext cx="2524783" cy="27267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66AE69-02F5-1C2D-1E11-6617BEC05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434" y="2426298"/>
            <a:ext cx="3756151" cy="200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96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A9F46-3748-9087-7619-5F069588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01808-F78D-64EB-7421-1441B431C94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5DC615-E3B7-6879-4E91-9EC185EFEE6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51E827-1927-1AA2-E438-0D5F6452A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60823C6-B6BF-B877-595C-C89907951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E956703-9902-C027-7886-F73625D25C9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6D5B8-16E8-4EF7-5958-F32026C0A29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Edit Pictures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1CB39-AF69-5235-9EF3-126E9E8AD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821" y="2218824"/>
            <a:ext cx="3380848" cy="2551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CC80D-9830-95C7-2134-8E37E071A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949" y="2669592"/>
            <a:ext cx="3380848" cy="210081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21825D18-2638-A68C-326E-5659356218DB}"/>
              </a:ext>
            </a:extLst>
          </p:cNvPr>
          <p:cNvSpPr/>
          <p:nvPr/>
        </p:nvSpPr>
        <p:spPr>
          <a:xfrm>
            <a:off x="5788325" y="3720000"/>
            <a:ext cx="1207698" cy="646331"/>
          </a:xfrm>
          <a:prstGeom prst="rightArrow">
            <a:avLst/>
          </a:prstGeom>
          <a:solidFill>
            <a:srgbClr val="0D5E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41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1ACB4-60A2-D991-FF8B-7EA261D2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CE04117-3A6D-3F3A-6B46-B1121C32594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96C8C8-DA2F-D3E5-A79D-6E00AA6351F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1C3739-0105-D4C0-759B-F569B2D00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D990E0-C81E-A27C-9B4B-7A90D15DC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16905A2-D249-7803-9185-7DCD6C0F2FC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F2573-D722-4041-AD6D-26A0BB818B0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Create a Hierarchy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422944-44E6-1F7E-495F-3BDAE150E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327" y="2054431"/>
            <a:ext cx="5259219" cy="306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06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295E-FCB8-AF21-783F-7140210C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031AA79-B9D6-F54F-01FC-F4E87F85584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4CFB12-222C-188B-E144-5B69CCEE265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3C49985-15A0-964E-E446-78FC42EDE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7E2D13-43AC-CBF7-14F1-C6987E46F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FA83DE2-7214-EA96-0094-DA6F79E6476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Creating Diagrams with SmartArt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36581-C196-79FB-0DDA-1E77B9D5059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a shape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1E3943-3C60-8E68-10DD-1961B0D52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55" y="1990721"/>
            <a:ext cx="2460509" cy="24605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F0314A-BC6F-62FD-49B9-D426758B3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537" y="2418593"/>
            <a:ext cx="5710854" cy="299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68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AC2A8-2B72-6261-6575-49DAF682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2009CEF-F273-C4BF-D3B4-C65780A6FD63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B6AF741-DC5C-2FE6-B37C-8EF82D580C9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53FFA2C-8540-5DB2-BA1E-3AB17880C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7B54C6-7673-2A25-B342-2C344DED8AA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80BE43-F905-D7DB-58A9-A7301AA3C98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A0D8CFF-5F0B-EB88-3606-32723731B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8826236-8110-B60B-2491-932AECAE8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C64220E-A0BC-4547-2ADB-74F56BA1E30B}"/>
              </a:ext>
            </a:extLst>
          </p:cNvPr>
          <p:cNvSpPr/>
          <p:nvPr/>
        </p:nvSpPr>
        <p:spPr>
          <a:xfrm>
            <a:off x="2846717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Inserting Screenshots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8863D-7572-ECA1-7A4C-1F0338BBBA29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B338B-6118-40FD-92E8-9AD577032F24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4548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0C4C-F543-B38F-1ABC-25D81AA4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761594-1B7E-F5E5-D0CE-7201D85DA35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57434D-35B9-1014-C88F-DAE99966835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8A8B8B0-3A8C-4F7A-4ED1-B1F3B2785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AA4C091-7620-CFE4-CB8E-6C79ED377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4E2B6DF-ABF1-C134-407F-D413A67948B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Screenshots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5F71D-8352-9242-DAC3-E2DE7A88D69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798BD-3BB0-1B12-F874-221B1D5EC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952" y="1893156"/>
            <a:ext cx="3821471" cy="30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27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253F-D1F2-3AB3-4E0F-09B6CEE9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BF68C9D-983F-20F1-B311-2FF3436ACE5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7FEB52-CBFE-B5A9-0E0A-70CCB2ACE77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4E4FC1-615A-92B4-6ADE-0C14C3101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C82CAC-D87E-BA35-A283-0D917E607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793925-F78E-31A4-A576-B4DDFBBDBF8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Screenshots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B51CE-93F8-BACC-CCAA-CDC1AB04AE5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Screenshot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643210-D006-D2E5-975D-AA6251319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092" y="2041955"/>
            <a:ext cx="5348116" cy="34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39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201F6-AE27-F055-0849-BA226911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D550B-2893-0AAC-3EF5-EFBA3338964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D05D6E-923F-88E5-5B68-742180DE303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C87E58-0F55-CD2A-E303-DF64E7276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595145-5F6E-24C3-57A6-9D7A4ECA3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EAF020-4082-D64B-021E-CBF67C01B53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Inserting Screenshots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1AE16-9B7A-0071-2CD0-19F32CF9A68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Screen Clipping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CF54F-5E61-0962-6305-8EEB008B3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181" y="3067249"/>
            <a:ext cx="2375947" cy="1763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AC3CBC-41FE-353E-15B9-14F447E77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920" y="1680207"/>
            <a:ext cx="4226951" cy="406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26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593FA-762F-1453-571C-AC5B65A2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9D6309-1E45-ABC1-4180-54AC6FA56F7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2A037B-348A-1B43-3377-1DA78A5FE91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040F89-054A-9E14-5656-8D1C42C56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6D4EF4-4FAB-900B-CF5C-D4F2C693DE7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52646B-E031-EEC0-F446-B093BE73019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BF1FC44-DD3B-B61A-89EA-A11E89A9F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55DB66-5A46-D0AA-0FCD-4C6889FD9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34E5E42-A6AD-D0A3-FD87-9D4C653F93CA}"/>
              </a:ext>
            </a:extLst>
          </p:cNvPr>
          <p:cNvSpPr/>
          <p:nvPr/>
        </p:nvSpPr>
        <p:spPr>
          <a:xfrm>
            <a:off x="2932981" y="2547575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Adding Comments and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0D638E-DBCE-B0EB-D699-CCD8935B2424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D8184-007E-C15B-A1E0-A78CF09428CB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7565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05BD-A9F6-21A5-8C0A-3EDAC606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FE40A0-89CE-16C0-DE40-640EB780A1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9719DB-3098-8A2B-0E54-3FA05FE120D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6BC3E17-F45D-282B-1219-B6D79C760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2DAC6C-DBAB-000A-4D5A-4A8078F8C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1B55AD7-35AF-37FD-ED01-51016821445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pic>
        <p:nvPicPr>
          <p:cNvPr id="2" name="Picture 1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DD4E8DE2-1F40-DA2C-741B-ECB3779F1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33" y="1569922"/>
            <a:ext cx="5816631" cy="30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59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630A-A48E-FA65-A848-E7B974A4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62F0EC4-2F80-802B-2262-B5A69408E68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8ED74D-B62E-7F12-4C26-A2B3DFAEF19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22E867-CE0A-8F07-CC79-80CDFBA16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A0060B-7C7B-E3FF-9B70-F66667258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D7A62FB-6E78-D0D7-944C-DE3D1676B7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39233-6745-F485-3802-6843AC27328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a Comments and Notes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9ACEA3-A2D2-2ABA-7CBB-C4E5A5F24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582" y="2374217"/>
            <a:ext cx="5717372" cy="180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91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3362-A190-D4B3-30B1-54C2D515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D4A375A-37C8-3DB8-BB40-B1E8636694C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0EE6A0-5A7A-32B9-B6E6-768A845C21C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4696E2-776A-80EC-C74C-69EFAF4F4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323B98-2CDB-3D01-5913-4F8FEE3F1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215194-07CD-ABBD-6203-DA3CCAA0853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6DEA0-77D7-E43E-168A-F6425A41FCF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 a Comment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C3A5A7-EF0E-4D79-8258-1BCDFE367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299" y="1822782"/>
            <a:ext cx="4837690" cy="201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84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ACBB-EB0C-9E57-548F-8E95B59C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F4C9C7-CE95-AF4C-AB79-3A88AC5325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3FC6BD-22D3-8C42-D948-A2161A4AFDC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479966-6CFA-8761-64CD-058EE72FF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3289DE-EAFB-210C-6D68-297958393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FCEB6B5-7963-FFE5-A45D-E0AE3C70195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65209-A3DE-F90E-BD5A-FA7D7EFEA82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Insert Note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F2A2BD-3DB5-9DE5-2D78-C85BB705E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326" y="1985075"/>
            <a:ext cx="2212376" cy="2992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17FE58-F93B-0CD4-D755-0A9CC32C3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369" y="5117223"/>
            <a:ext cx="3978477" cy="521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C76A0-FA32-BBE3-2973-BB05BA2D5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265" y="2415993"/>
            <a:ext cx="4017528" cy="138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43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B3DE-F8EB-30E4-AE87-916C96FC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36FAE86-AE79-ADE6-41D5-99C5EADD88A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73EF03-31C4-9810-55F1-33C053BD709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252EEE-8EF9-5FC8-220A-1D595EFF2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70D3E11-8C87-F0F4-240F-DECEBE9DB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AA0498B-71C2-7C01-1A72-451803FA60F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12018-E25A-1953-DBF7-ED36F4797AE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Control Comments and Note Display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F859C-EB43-B443-E202-89C30315A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068" y="1598451"/>
            <a:ext cx="5495328" cy="457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07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29EE-9126-1D23-DFF7-2592DD26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E4B133-A282-4775-8455-41C0F70A1D8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68C73B-DB6A-3469-7BAA-66696F96877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ADA89DB-F6F9-2A57-4AAA-A90D00125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501CD5-6766-842B-73D4-654B4D992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2333313-7217-2103-A4B8-9EF6B8189D8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B8DD2-6A0D-EA55-C05E-D65441ED554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Control Comments and Note Display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61C8B-ECA1-466C-2303-0F05784D2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94" y="3429000"/>
            <a:ext cx="2978024" cy="2476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BAD91E-8E2C-80DD-77FC-AC54FD529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898" y="2589296"/>
            <a:ext cx="5023539" cy="13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29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4697-F60A-0006-AC4B-4E68B5A8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3D8D577-FC4A-A915-19D9-AE2DD608BCD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5CAE62-E145-FE68-55CE-DBE5C8E3AA9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243F8A-CF27-E0E7-818F-02DC4DFEA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4891E4-72D5-08C7-C42C-7F8BD3255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6ABB47A-77C8-C6A1-0370-02FC908D81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54FBC-E6A6-ACA9-4C90-EDF8C2C4DC7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Control Comments and Note Display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63D3A-0B3F-9FE2-C330-73AB9AFD1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393" y="2056739"/>
            <a:ext cx="4968886" cy="32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18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23A5-5877-433B-AD60-C385BE58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D4CBB77-2B0C-1020-25F4-1734C2AA625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AD07B1-D05B-5C6A-577D-A58041AA7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709329-2593-F1EE-73ED-C04987178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07563-32CB-951F-5622-761A8A6B0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4B20A66-EABA-8A9C-C1C3-83715FD4AFA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79D72-0535-880D-509B-A14D47F85ED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Convert Notes to Comments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68B7C4-4DD9-8551-BAA6-B5F3454DC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590" y="2158190"/>
            <a:ext cx="2255508" cy="3050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905123-BC8A-498B-5A64-BBFAE877D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425" y="3237175"/>
            <a:ext cx="5659947" cy="126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2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E534-C120-FDA4-358D-A36312AA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8C369F-B69E-174E-0354-89F9E57A632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710228-68A1-D276-2B16-B70DA7B97AF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576A133-91F8-0385-5EDB-3E1A90038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4FFBEF-2EBD-4A34-B2CA-2486938C3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1F9BC88-891C-A76C-25F9-AA6A62BC93B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57EDE-9957-7F19-2C1E-83B7DD33ED2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Navigate Comments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F024F-8167-7E46-B568-3B6CA9233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183" y="2431282"/>
            <a:ext cx="4190063" cy="146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0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2A08-7DAB-7714-B8A2-C464EA59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B328C75-F7CC-174C-9290-F1A2BC4C583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1A957F-4881-5DFB-2F13-A0FAC28630A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C234191-467A-9D79-0F0F-26C34E212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8A768C-A9E3-761C-FC24-7C85EE8A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3C6D5F0-CFDD-1E52-2096-FD3C652667F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A66A9-09AF-10AE-B095-906115D88ED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Show Comments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C472A3-3A7D-D968-FFEB-E8CD90088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411" y="1288351"/>
            <a:ext cx="2862197" cy="461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7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855B-A40B-DEBB-4289-A0AD948C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DE0EC1-F01F-669D-A666-48B2934CFF9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055B69-DB8C-2CEB-0CAE-AD71E8B3CDA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23AA0E-504F-F73A-76EE-6AE9C346B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3BBEE8-A1E7-2093-3353-A5BCD15B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0C339A-5D24-BA12-119D-1541ABF7B72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1BE5F-6E56-BFF0-1B95-C73CEF1E956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the Context Menu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4588E1-8157-74FA-AE4B-42449B19B8DF}"/>
              </a:ext>
            </a:extLst>
          </p:cNvPr>
          <p:cNvGrpSpPr/>
          <p:nvPr/>
        </p:nvGrpSpPr>
        <p:grpSpPr>
          <a:xfrm>
            <a:off x="6219039" y="914301"/>
            <a:ext cx="3382161" cy="5288092"/>
            <a:chOff x="6219039" y="914301"/>
            <a:chExt cx="3382161" cy="5288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0174F2-1659-D51F-4535-CC8CE3FF9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9039" y="914301"/>
              <a:ext cx="3382161" cy="52880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E0F7F2-2660-1887-CA0C-0A5B3CF20157}"/>
                </a:ext>
              </a:extLst>
            </p:cNvPr>
            <p:cNvSpPr/>
            <p:nvPr/>
          </p:nvSpPr>
          <p:spPr>
            <a:xfrm>
              <a:off x="7677509" y="4718649"/>
              <a:ext cx="1613140" cy="4658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CCA4E3E-20E8-44A0-E129-05A840BF9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365" y="2517051"/>
            <a:ext cx="3112261" cy="9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4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8245-73CC-4EED-88F3-D653D677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A76948F-9E73-39E0-AAA1-7C6EB72A511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AB3D35-DAA9-5A44-EB5E-6E81452F244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9D7A1E-9522-1E3C-E731-B4B8E6659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C44E99-FBCA-05FB-411C-2F86BCDC7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45585E-429B-CCEF-B541-3FFE07444E2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Adding Comments and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185CC-374B-81FF-123E-800DDE17A77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Using the Context Menu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E50B67-6A1E-0576-49AC-73CBD3723896}"/>
              </a:ext>
            </a:extLst>
          </p:cNvPr>
          <p:cNvGrpSpPr/>
          <p:nvPr/>
        </p:nvGrpSpPr>
        <p:grpSpPr>
          <a:xfrm>
            <a:off x="680882" y="4183810"/>
            <a:ext cx="751104" cy="1915065"/>
            <a:chOff x="6219039" y="914301"/>
            <a:chExt cx="3382161" cy="5288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AB31DB-9A98-ABD6-382D-C549A7CF2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9039" y="914301"/>
              <a:ext cx="3382161" cy="52880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CD27BF-C7E3-7624-5C47-AD20F9ADD596}"/>
                </a:ext>
              </a:extLst>
            </p:cNvPr>
            <p:cNvSpPr/>
            <p:nvPr/>
          </p:nvSpPr>
          <p:spPr>
            <a:xfrm>
              <a:off x="7677509" y="4718649"/>
              <a:ext cx="1613140" cy="4658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16CEF3-4083-0A8F-7DBC-C2C65A806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774" y="2577552"/>
            <a:ext cx="4291345" cy="1606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9B5645-3FB4-DB1A-8019-A6F63AE4C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783" y="2645719"/>
            <a:ext cx="4526116" cy="13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80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207698" y="3226706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Inserting 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7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62F8-CAAF-1E26-FA3A-42AE1ECD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FF3C051-54CE-08FE-F329-A5E4E4C1260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85DB85-CC17-B5BC-5736-F4A4D4287CC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10550E-BC97-DBB1-40C4-7FE031E1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14ACB6-23CC-0941-1E50-1A61EFDC2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0BE02D-DEBB-111A-1067-E11A1C5C2E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53D4A-3CB0-44AB-5E37-D3ECBA44D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523" y="1496864"/>
            <a:ext cx="8304064" cy="331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F46B-E7B7-A14D-3682-89DAC21C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FA11DB1-6B04-2447-793E-94DFC450DBA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216C6D-4DC6-7F1E-DF48-FE495EABC03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363B43-7CF9-7EA8-9C6D-1213A056D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CEA39D-4E23-CB37-C6FA-FF3E80ABB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45DCD3-9E92-04F7-647D-DE86C161D54C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FD498-133B-FC5A-C470-296778688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63" y="4636698"/>
            <a:ext cx="3466514" cy="13845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A02333-7BF4-9762-F8C0-12F28D877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972" y="1780179"/>
            <a:ext cx="5790979" cy="329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88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A9CA-892E-FCE5-757B-E7D28C66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4BEBF73-3A1B-B4C7-C693-6CC61D6945B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6B2BA6-5152-EAC1-4C9A-D2AC94650AE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33F361-BE08-79E3-A366-14E8A0C7E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DE75579-0572-2251-4251-FF19B78A1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AF45E6-E15C-AF5D-319E-E2CC55E8E99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81D887-4118-2988-0CCA-2FED3F749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457703"/>
            <a:ext cx="9190878" cy="33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28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F630-DD03-E400-6789-BED6677D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AF9F66E-3CD7-84DD-EE48-DF3EC2B797A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BE229D-BD6C-B8E5-6E5F-64E63A21B56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ABF016-D772-B735-7126-FCFDEB214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0ED8D0-5B27-43AB-8FE4-030D29966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A6E58FA-14F5-FD0C-A088-E84041227B7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88D1B-04F4-2CBD-1ACF-6D7FFB634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62" y="4446917"/>
            <a:ext cx="3778025" cy="13759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027657-1020-E440-5799-A8CB519C8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5489" y="2147679"/>
            <a:ext cx="6935421" cy="8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47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6534-FC32-449D-5733-7A6EEB88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F862813-B568-D510-B0FC-2A1C5DC8340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4D2B37-C77A-83E4-83E5-1D88DF61F12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8B9345-26A5-A69B-0002-6A27CAE40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8774C0-CAEC-A8F9-C09C-8133CA52E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66D5DFA-6632-5988-4DCC-B11BF1648E8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AE4071-C0FF-83A8-6953-A37BFD40F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523380"/>
            <a:ext cx="8245588" cy="320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3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30020-D949-7DDB-38E5-C4A1D47F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E01D41F-EC21-9B15-C6EA-52B836D2106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81563C-454D-9380-7F55-21E6F5D5604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7151E8-EBF3-8B6C-2114-316E8BA7B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94F054-81F2-6625-8874-69D38F72D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672A67-0B6A-772A-47EB-64E5224A9C7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7: Inserting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1FA19-8ADC-675F-5F45-F2BD768C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80" y="4355958"/>
            <a:ext cx="3570645" cy="13860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48E9F2-C77F-C7E0-DFAB-854B98617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982" y="1592392"/>
            <a:ext cx="7062691" cy="247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8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1740</TotalTime>
  <Words>693</Words>
  <Application>Microsoft Office PowerPoint</Application>
  <PresentationFormat>Widescreen</PresentationFormat>
  <Paragraphs>204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85</vt:i4>
      </vt:variant>
    </vt:vector>
  </HeadingPairs>
  <TitlesOfParts>
    <vt:vector size="97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207</cp:revision>
  <dcterms:created xsi:type="dcterms:W3CDTF">2016-11-14T07:59:55Z</dcterms:created>
  <dcterms:modified xsi:type="dcterms:W3CDTF">2025-09-29T12:59:35Z</dcterms:modified>
</cp:coreProperties>
</file>