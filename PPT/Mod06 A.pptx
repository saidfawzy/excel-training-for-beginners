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42"/>
  </p:notesMasterIdLst>
  <p:sldIdLst>
    <p:sldId id="445" r:id="rId4"/>
    <p:sldId id="461" r:id="rId5"/>
    <p:sldId id="467" r:id="rId6"/>
    <p:sldId id="565" r:id="rId7"/>
    <p:sldId id="469" r:id="rId8"/>
    <p:sldId id="645" r:id="rId9"/>
    <p:sldId id="646" r:id="rId10"/>
    <p:sldId id="647" r:id="rId11"/>
    <p:sldId id="574" r:id="rId12"/>
    <p:sldId id="586" r:id="rId13"/>
    <p:sldId id="648" r:id="rId14"/>
    <p:sldId id="649" r:id="rId15"/>
    <p:sldId id="650" r:id="rId16"/>
    <p:sldId id="651" r:id="rId17"/>
    <p:sldId id="652" r:id="rId18"/>
    <p:sldId id="653" r:id="rId19"/>
    <p:sldId id="654" r:id="rId20"/>
    <p:sldId id="655" r:id="rId21"/>
    <p:sldId id="575" r:id="rId22"/>
    <p:sldId id="593" r:id="rId23"/>
    <p:sldId id="656" r:id="rId24"/>
    <p:sldId id="657" r:id="rId25"/>
    <p:sldId id="658" r:id="rId26"/>
    <p:sldId id="659" r:id="rId27"/>
    <p:sldId id="660" r:id="rId28"/>
    <p:sldId id="661" r:id="rId29"/>
    <p:sldId id="662" r:id="rId30"/>
    <p:sldId id="576" r:id="rId31"/>
    <p:sldId id="633" r:id="rId32"/>
    <p:sldId id="663" r:id="rId33"/>
    <p:sldId id="664" r:id="rId34"/>
    <p:sldId id="665" r:id="rId35"/>
    <p:sldId id="668" r:id="rId36"/>
    <p:sldId id="572" r:id="rId37"/>
    <p:sldId id="644" r:id="rId38"/>
    <p:sldId id="669" r:id="rId39"/>
    <p:sldId id="670" r:id="rId40"/>
    <p:sldId id="46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Copy, Paste, and Links</a:t>
            </a:r>
            <a:endParaRPr lang="en-US" sz="54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6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47448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Using Cut and Copy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573233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Exploring Paste Options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64029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Pasting from the Clipboard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867863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32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Linking Across Worksheets &amp; Workbooks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71685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</a:t>
            </a:r>
            <a:r>
              <a:rPr lang="ar-EG" sz="4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6</a:t>
            </a:r>
            <a:r>
              <a:rPr lang="en-US" sz="4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: Copy, Paste and Links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Using Cut and Copy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Using Cut and Copy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Cut and Copy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362FD-BC0F-50C2-EE28-1952953F3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410" y="1912039"/>
            <a:ext cx="8375150" cy="30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2EBDE-41F6-6E1A-BA23-15233608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9CAD63F-7F93-94B9-0AE2-7A826CCD88D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1C8FB9-C649-D1BF-40DD-A2555DED75B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A02DBF-EB5A-D236-1C4A-195A22C60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C589474-6AB5-EFBA-C17C-94FD67D8A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B434711-7293-6798-CDB6-E579E8DB6F3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Using Cut and Copy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A9F11-8A8B-E885-ECCA-BA9000E7ADA6}"/>
              </a:ext>
            </a:extLst>
          </p:cNvPr>
          <p:cNvSpPr txBox="1"/>
          <p:nvPr/>
        </p:nvSpPr>
        <p:spPr>
          <a:xfrm>
            <a:off x="969193" y="952120"/>
            <a:ext cx="9503275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Move Data using Cut and Paste Commands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D2BF5-8C8D-3008-F4BD-7496AFEB7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932" y="2172095"/>
            <a:ext cx="2153867" cy="1597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6A658C-1FB4-1ECC-BFA3-FAF1B2676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589" y="3067342"/>
            <a:ext cx="6948071" cy="140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7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C1ACE-457B-2F6F-70C2-D48592AA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ED1AAC3-6A8E-8832-4D27-ACBA42B29C3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47E312-1C57-2D18-AAB8-52F6C5204AF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C65CE8-7F44-126D-F1B1-3487CBF52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48689FC-490E-48FF-7524-D909A4ADB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CA954BE-734C-429D-AFA6-D39A99B6E02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Using Cut and Copy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AEF48-3E84-8BBD-061A-C965A2C1875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Move Data using Shortcut Keys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F38998-A10F-09A1-45FF-E8DF7DF80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82" y="2503738"/>
            <a:ext cx="4754785" cy="582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65979B-F01E-A2B6-D944-55563065A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158" y="1790523"/>
            <a:ext cx="4832422" cy="52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9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3C57-1647-7E2A-F583-B79B3F60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F1908BF-5764-6C2B-5244-0C2D93F24C9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BBC7CF-D927-39C3-DC2E-430D273C2D8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F3B940C-F41F-C3FF-C322-9AF4CFC6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F8E35C3-7C4A-0220-4A77-B704E32A9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FBEA6C7-522C-64E7-4B4C-65A29B924EB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Using Cut and Copy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1BCCC-61EE-98F9-2A5B-1F5B8B0ECDF8}"/>
              </a:ext>
            </a:extLst>
          </p:cNvPr>
          <p:cNvSpPr txBox="1"/>
          <p:nvPr/>
        </p:nvSpPr>
        <p:spPr>
          <a:xfrm>
            <a:off x="969193" y="952120"/>
            <a:ext cx="854574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Copy and Paste with Other Applications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A73AC4-D0E3-F6C4-1E4F-03CE34154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76" y="1903287"/>
            <a:ext cx="7697274" cy="1810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1A69F0-7022-A534-0E61-B923DAF1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151" y="4018126"/>
            <a:ext cx="5544324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872597" y="2890174"/>
            <a:ext cx="90305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Exploring Paste Options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14AE2D-40FC-6A4B-1988-CE7E079FE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173" y="1496155"/>
            <a:ext cx="6344365" cy="30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9E73-100D-2A79-A8CF-0F26D2A3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16AAF0-76DF-43B2-B624-6EA8E37BE17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02018B6-87D6-5E2F-DDEF-414D9A2EA71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22C860-1750-09CA-6064-0504D36C2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8E57000-7E32-4B5A-C909-D1A0AEC6C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A91161-AA93-E590-BBCF-32F03CA18C0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28CE3-D01C-F2A4-6C83-6A6E0CAF7E26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B5610A-7714-9797-F306-4338BA0E5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280" y="1751873"/>
            <a:ext cx="2396256" cy="40686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51046D-249C-5C9A-95C7-73F57807C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244" y="2010341"/>
            <a:ext cx="3254224" cy="236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66BB8-0309-FC94-9740-1876E1E1F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CC0FD6-B45E-0942-092B-B0727DD8919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F4F48F-EF13-21D3-37EB-55A0DC7EBA1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BA323A-6B6B-72EF-9ACA-AA7071BC8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9A3B636-9D43-A742-E6DC-50DF8E459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ECB0DA-542C-311D-3087-307C759F6B5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09242-A447-FC5E-9D91-1A0038D38030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097D5-E1B8-F47D-FDF1-A1CFF4D5B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0" y="4848686"/>
            <a:ext cx="1304654" cy="950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9AE600-F166-BAC9-11F3-E99EF13C6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286" y="2255306"/>
            <a:ext cx="5362479" cy="27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71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0F53-EB6A-D775-7C33-50CA829AE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AC014DD-5483-7BBB-12A4-A18E178C41E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9D1C70-F424-2311-23CA-D43389F3BFF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BF0FB7-ADA8-D04F-2DC3-BD4D1F475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9E55A2-E7AB-8CDD-9ED8-7A275A04F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5B93EA3-9813-4198-7F1A-24C1799FE55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4C425-45D3-05AD-195B-66E82205E71D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2B376-EC98-D6F0-F947-E44C7F7FE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0" y="4848686"/>
            <a:ext cx="1304654" cy="950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2F943D-8AD7-58A2-E1B5-FD4A73C74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881" y="2306259"/>
            <a:ext cx="5821307" cy="281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7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F836F-9E93-E031-ECB7-FA806EA4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F5BCBA5-CA88-661C-2441-65F465D9370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C9CF3D-B66F-578B-DDEE-A2763BBE492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224A450-0098-133D-DAF9-7178E1167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2D1A03-0376-2119-40E5-816B55C5D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A2D3F1C-5121-4AFF-5D33-DEB5DF9DB2A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7DBDE-7ECC-05EF-31F2-A57500F74110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AA2DA-82FE-84A6-370E-B16B3E338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0" y="4848686"/>
            <a:ext cx="1304654" cy="950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7C2CB8-A936-6A31-4AC8-04488D746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6084" y="1915158"/>
            <a:ext cx="4840495" cy="793258"/>
          </a:xfrm>
          <a:prstGeom prst="rect">
            <a:avLst/>
          </a:prstGeom>
        </p:spPr>
      </p:pic>
      <p:pic>
        <p:nvPicPr>
          <p:cNvPr id="7" name="Picture 6" descr="A table with numbers and a few percentages&#10;&#10;AI-generated content may be incorrect.">
            <a:extLst>
              <a:ext uri="{FF2B5EF4-FFF2-40B4-BE49-F238E27FC236}">
                <a16:creationId xmlns:a16="http://schemas.microsoft.com/office/drawing/2014/main" id="{69EDEC82-429A-EC6F-749D-5BC713069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132" y="3070344"/>
            <a:ext cx="4761135" cy="238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7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E051-A7C8-F98B-AD7A-F9BDEA713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59129B4-DB22-26F8-28E4-8B9B3D9B048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E33CB3-4099-7A60-DFB6-9978EFE40F1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686FCC-B49F-13ED-7895-57FEF5601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21FA51D-1EBD-2A3F-8B43-6A1B0911F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F15F2C-0C7E-FC4C-0294-61C96231CFC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84502-27E9-B62E-8370-757A28BD1CF0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EF518-CD4D-CE27-4075-E6F2D81E8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0" y="4848686"/>
            <a:ext cx="1304654" cy="950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3547B-B844-FE79-8C2A-9BB85B2AF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963" y="2267373"/>
            <a:ext cx="6685502" cy="294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4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481DF-D70D-60A0-80B8-70493112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C2A703C-6CE6-01CE-C0E0-D08FA3CECB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BA679C-B433-0F30-6838-A4B0A3BCD44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ADED7F-FFA1-9078-61E6-BA6BAEED7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6D48017-89F5-5251-7B6D-6992784BF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075106-BBEA-1602-8FB9-2F9E838CE09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30461-85BC-EEF1-4BAE-A29CDD35C48A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F37F91-C8B8-54FC-DBA4-FB0A38F66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0" y="4848686"/>
            <a:ext cx="1304654" cy="950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2ACE80-08B1-31FA-4008-751B9374A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209" y="2032117"/>
            <a:ext cx="5245975" cy="239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0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3E5A-5724-7A7B-5524-980086FC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022A885-AEC5-20DC-4D44-ED7BA7F1790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43BA5A-407A-3E41-D0DD-B60226E9BCA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7B0143A-82C0-E3CD-F15E-43BE212FF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9EE00FA-17D3-2A5D-459B-E03D81069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E9F374-AC7C-6980-15EC-EE0438A6BC8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B9A94-1325-0247-929D-26BD6227C52C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0A2B2F-896F-5147-EE1E-53A338918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80" y="4848686"/>
            <a:ext cx="1304654" cy="950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FE9727-28C3-8574-D469-B64380FEE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023" y="1799331"/>
            <a:ext cx="8325277" cy="225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9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B1E2-704E-76D0-14A4-3D480DAC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6C92CFB-F478-54C3-0D7E-FFD49525ACB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9CE39C-17F7-CA29-BD56-ED7B13DE1D7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195DC3-CE63-6300-D7A7-D0D136631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D2B1A0D-056F-B550-09C5-790B52F54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4A6E73F-E1AF-86E1-1EDF-8AC87D2AD2F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Exploring Paste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2D045-DE57-0CAD-E89F-BBB684ACCA6E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Paste Special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ABED31-9A52-F61B-C786-CA9DD13731F1}"/>
              </a:ext>
            </a:extLst>
          </p:cNvPr>
          <p:cNvGrpSpPr/>
          <p:nvPr/>
        </p:nvGrpSpPr>
        <p:grpSpPr>
          <a:xfrm>
            <a:off x="1518871" y="2049305"/>
            <a:ext cx="1862684" cy="3931293"/>
            <a:chOff x="1518871" y="2049305"/>
            <a:chExt cx="1862684" cy="3931293"/>
          </a:xfrm>
        </p:grpSpPr>
        <p:pic>
          <p:nvPicPr>
            <p:cNvPr id="2" name="Picture 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1501A03-2E30-DBEE-46D0-560BC05B7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8871" y="2049305"/>
              <a:ext cx="1862684" cy="393129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5CA1F6-CA84-6504-E640-2FD5B185A020}"/>
                </a:ext>
              </a:extLst>
            </p:cNvPr>
            <p:cNvSpPr/>
            <p:nvPr/>
          </p:nvSpPr>
          <p:spPr>
            <a:xfrm>
              <a:off x="1708721" y="5572664"/>
              <a:ext cx="1569317" cy="31055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3E0F74-C66E-9BE1-8473-4D714C64A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910" y="1850260"/>
            <a:ext cx="4536698" cy="379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0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Pasting from the Clipboard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4CD17-9F75-39C3-6E6C-2027E5FE677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What is a Clipboard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1426E-B442-5E33-6FDC-121821CD7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496" y="1680207"/>
            <a:ext cx="5649113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321F-5FAD-D998-8D99-5FFC8AC0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4E92AFF-6BF5-B270-1B5D-BF8779E445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D6053E-266B-76CD-BCDA-DDFA7EE692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BB08A3-1AE6-719F-5CDA-0A3D9A189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E64E3D-EBEA-E03E-057E-0D9993E64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CE76E40-9E27-8F0F-780D-0B0F25D8E2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535E6-62B9-8BFF-9B7F-3EB30ED7698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What is a Clipboard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327CE-4A77-3434-1836-6C03CB846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2" y="2129534"/>
            <a:ext cx="7250692" cy="97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16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6E96F-9408-30F2-1348-5F02916E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D498A45-4F49-0053-A93A-2CF4D8FF2D3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D466AE-183B-D682-B45C-EC03B2F7C97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2F6488F-006E-D5CB-7106-205E202D3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D6B309-05B9-B131-81D3-18FD25A52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9E990F5-98F6-9E35-4B08-0AE63A5AA5A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FD840-800F-B4AB-FFA1-2005C878F34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What is a Clipboard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93D831-E824-8F9C-67F8-8DEB58D5F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7677" y="1929570"/>
            <a:ext cx="7430015" cy="2193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613BEE-93DA-EAAC-62E4-66232389F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7677" y="2657657"/>
            <a:ext cx="1992232" cy="183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59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DA28-1F4B-04D7-DC70-3897A4EC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69A6BB0-0249-A5F0-D023-CA78A2EB051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B35166-AF5D-B350-F55D-50F03FE7230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CB7DCC-281F-F572-1388-FE31E3E18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58111E-99FE-7137-1FB6-E557C7755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9C4D286-BF03-8146-7382-50DA54E3B8B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9E4F1-C353-60E4-BB18-2D134168301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What is a Clipboard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D6AE8D-14F6-ACC7-7B57-3C40B375B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815" y="2373302"/>
            <a:ext cx="4158156" cy="2111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6AD668-41C8-21B9-0E0D-EC9EFC386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016" y="2373302"/>
            <a:ext cx="2467433" cy="227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76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E0FE8-5528-BAF3-0976-4150108A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ABAA636-BE57-1568-88DD-680A3E471D1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539CF2-9F17-BEE9-959E-0FC5CAC3A26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DD7CF7-BC24-8DB9-5DBC-1FD0B7569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16AF76D-BA0F-3CA8-9EB3-276C082C4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4D669FE-EB35-A6EC-BE9A-40C4357131C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3F673-3A1A-6564-0739-08C6ABF4B15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What is a Clipboard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62D9C3-DA22-90A5-49D1-9FAE50D5F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790" y="2012219"/>
            <a:ext cx="3756420" cy="28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31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89C1D-33B2-7DA3-6E5F-F432BD17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EB97206-52A7-9929-789B-01500BED586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A0D255-8B5E-BB47-9741-2BA876081E7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133CB7-CC4A-BA02-1B11-CE21B6FF5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C351D96-77DF-C519-4397-CDD2ECB0E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FDB6795-5980-AF3C-FC41-8A6C9A58F63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85976-A93F-7DF8-606E-A042AB21969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Clipboard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3BA39-3252-DCEA-A4F9-E5C2A8159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380" y="1902027"/>
            <a:ext cx="5470254" cy="305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9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2D31-3B00-523A-4829-CB620FAE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C3AF0BC-3BED-C3AD-9524-012D129D7E0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33BDB0-D217-8A77-B879-B719687910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5612B78-0147-36C3-D827-3EEFF19FC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0900B2-48D5-DC79-9D22-6D2483AF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7C0462D-910C-2B87-89E3-AC60DD2BED7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7F2A4-DB8F-001D-CDCB-C88F9C149B6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Clipboard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56695-A31A-26C0-123A-61C7EDDA5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09" y="4868532"/>
            <a:ext cx="1738490" cy="9705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1569E8-9DA7-B9A8-A7FC-25AD15DE7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506" y="1888251"/>
            <a:ext cx="7271635" cy="952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82DDA1-CD4E-4E2F-E9F9-E9B87B5E6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0483" y="3387109"/>
            <a:ext cx="7286549" cy="126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72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4EFCA-26D5-073E-63F8-896582FE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C50449-380E-AFBD-4EDE-89BF7A62698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2302C4-7B01-0AE5-D9C7-1CE0FE768FB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34C969-2B78-2EAB-9680-7B3430E20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507EFC5-C8EB-E663-B8EB-3B211AD2C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CD143AE-4BD9-2BB3-AF57-85968DF19B1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Pasting from the Clipboard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BF331-E6F3-F18D-4E6E-741D963E851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Clipboard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3D2D3-61A7-7838-32C1-C622845C7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09" y="4868532"/>
            <a:ext cx="1738490" cy="9705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E21362-3F45-E523-6887-B2C1F2F95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294" y="1868764"/>
            <a:ext cx="7095629" cy="1840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0CFF2F-8C48-2FB5-8000-BA9CBE756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294" y="4232578"/>
            <a:ext cx="6577905" cy="172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05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46717" y="2890174"/>
            <a:ext cx="8367623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Linking Data Across Worksheets and Workbooks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6D58-5D53-A73C-E6CA-C79379C7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A3C939-777A-3DFF-E04D-34FACBD0B7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386E3-0482-9271-1B2C-A9DDF0CF1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BDA44D-647E-6131-B3E6-583777AA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B57F08-8F1D-DC84-9A26-1E1D7BFB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161EEA-306C-A7B5-6AD6-0ADCDEC8CC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Linking Data Across Worksheets and Workbooks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C82-2BD8-4243-C53B-37EC416DEA7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Linking to the Same Worksheet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5DAC5A-614A-76CE-D333-22BF2AD0C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939" y="2019500"/>
            <a:ext cx="6592122" cy="281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E0BFB-83EB-53E5-ACD4-AE1E6A0D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68003F6-E36C-226A-88B5-2953E85386A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5D59A1-0290-E709-982B-E4BDD2BB4F2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618D9A-750E-E31A-2E26-88216548F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D545DC2-C962-9B60-AA31-0F706C495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FA6F5CC-3E6A-6954-BEDA-82790296C05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Linking Data Across Worksheets and Workbooks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3C2E5-1539-746A-A0DD-CA3026C1F30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Linking to the Same Worksheet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DDA879-8CF6-8FB5-8C79-09BD740C5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648" y="2353977"/>
            <a:ext cx="8457293" cy="234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96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F8CE-5DA0-DB92-6BA0-DA2616AA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DE1C682-41FB-1D7A-777B-17CF65F02A8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2F6C73-06A5-E3BD-69CE-D284A2B1572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632DE28-4F16-9224-FE07-A79CFFD69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A10CF6-60C9-F436-2FA1-CF6261DFE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E5CEA43-5085-20D2-9632-9D05B52A553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Linking Data Across Worksheets and Workbooks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12C618-B9BB-A991-5235-A4617713479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Linking to Other Worksheet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15F44B-1A4A-A5F1-DE88-4A19127F0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60" y="3530743"/>
            <a:ext cx="4734201" cy="6463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639873-65B0-2F18-BF34-F043A1CD9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229" y="3554188"/>
            <a:ext cx="4220317" cy="62288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AFF2D70-C54C-B4E9-4246-A60B84C295B4}"/>
              </a:ext>
            </a:extLst>
          </p:cNvPr>
          <p:cNvSpPr/>
          <p:nvPr/>
        </p:nvSpPr>
        <p:spPr>
          <a:xfrm>
            <a:off x="5693434" y="3640347"/>
            <a:ext cx="879894" cy="521143"/>
          </a:xfrm>
          <a:prstGeom prst="rightArrow">
            <a:avLst/>
          </a:prstGeom>
          <a:solidFill>
            <a:srgbClr val="0D5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44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CA859-F6D6-9C10-FF9A-A3A1AE97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C3FDA6-5E25-4F66-62CC-AEC189EAFA5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FE1285-EA01-F33C-FCE3-B82A4EA87C4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A5AA3A-3BB5-134E-EEC4-552C8A394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3E25963-C0ED-9024-6EBF-4814CE0CB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D213679-B87D-DE92-7974-BA4F171311A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Linking Data Across Worksheets and Workbooks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7F72F-46F8-507A-DABD-629A91D6575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Linking to Other Workbook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3D4494-F10C-5F96-3B4E-C91D9CF97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165" y="1865910"/>
            <a:ext cx="4518797" cy="38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54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6456-6C36-E031-ECEE-18C3335F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EB4B2C5-5B66-2BB3-4B97-70699FE185A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78F6CF-FA7E-F92F-42EC-968DBCCD393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594CF8D-0701-4723-68BE-7F4006A2F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B203DC-219A-8516-6032-8273C5259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9379484-C8A9-442E-E34C-498FB392550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Linking Data Across Worksheets and Workbooks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2A037-487A-86C6-2B86-E9E0E2E3A4D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Linking to Other Workbook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E0068B-46D2-8C05-C309-7EB33CB53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084" y="2316524"/>
            <a:ext cx="8456175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83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207698" y="3226706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Copy, Paste, and Links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</a:t>
            </a:r>
            <a:r>
              <a:rPr lang="ar-EG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6</a:t>
            </a:r>
            <a:endParaRPr lang="en-US" sz="7200" b="1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AD3C-EA1F-B699-B726-982C631E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E68AB71-C132-C522-934E-BAF6CE765F7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D46A06-6609-6F14-DE18-F094316928A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1E6A6F-EB2B-71C7-CBC4-25CD33A27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A5F6AB-1E57-E645-C267-A028337F2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202ECD9-2534-9FD2-E3C3-A772027C520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</a:t>
            </a:r>
            <a:r>
              <a:rPr kumimoji="0" lang="ar-EG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6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: Copy, Paste, and Links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B1E0DB-C67C-D167-1F2C-376236448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572" y="1221390"/>
            <a:ext cx="8878030" cy="3720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5BB990-D3EF-5136-CFB2-4B610C307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721" y="3298464"/>
            <a:ext cx="8608297" cy="312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5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62F8-CAAF-1E26-FA3A-42AE1ECD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FF3C051-54CE-08FE-F329-A5E4E4C126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85DB85-CC17-B5BC-5736-F4A4D4287CC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410550E-BC97-DBB1-40C4-7FE031E1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314ACB6-23CC-0941-1E50-1A61EFDC2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B0BE02D-DEBB-111A-1067-E11A1C5C2EF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</a:t>
            </a:r>
            <a:r>
              <a:rPr kumimoji="0" lang="ar-EG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6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: Copy, Paste, and Links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B91911-E956-925C-C168-7318D57C1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572" y="1221390"/>
            <a:ext cx="8878030" cy="372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CDEC-6B9A-6D31-4B7B-BE800A3F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3A302D5-383B-1B67-398B-F298186C398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178F68-94AF-6233-B31E-227ACD90292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A11CB8-9320-FC16-27BF-FC6EBDD4B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F3CD9C-AE1F-4C57-7B2C-B417B26AD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092E0C2-2C0E-33B2-1A65-8FF1D6C6672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</a:t>
            </a:r>
            <a:r>
              <a:rPr kumimoji="0" lang="ar-EG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6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: Copy, Paste, and Links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F90FB-5771-B0A6-B18E-5BA97F2DB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575" y="1225864"/>
            <a:ext cx="7154701" cy="1327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EACA86-D467-8C40-FF34-EFB560D50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950" y="2515589"/>
            <a:ext cx="4594609" cy="35779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A7F075-F8A2-7289-B6E9-3D89C55802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369" y="2671747"/>
            <a:ext cx="3294942" cy="306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74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1668</TotalTime>
  <Words>361</Words>
  <Application>Microsoft Office PowerPoint</Application>
  <PresentationFormat>Widescreen</PresentationFormat>
  <Paragraphs>104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186</cp:revision>
  <dcterms:created xsi:type="dcterms:W3CDTF">2016-11-14T07:59:55Z</dcterms:created>
  <dcterms:modified xsi:type="dcterms:W3CDTF">2025-09-25T07:56:00Z</dcterms:modified>
</cp:coreProperties>
</file>