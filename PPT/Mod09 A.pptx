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18" r:id="rId2"/>
    <p:sldMasterId id="2147483730" r:id="rId3"/>
  </p:sldMasterIdLst>
  <p:notesMasterIdLst>
    <p:notesMasterId r:id="rId72"/>
  </p:notesMasterIdLst>
  <p:sldIdLst>
    <p:sldId id="445" r:id="rId4"/>
    <p:sldId id="461" r:id="rId5"/>
    <p:sldId id="467" r:id="rId6"/>
    <p:sldId id="709" r:id="rId7"/>
    <p:sldId id="565" r:id="rId8"/>
    <p:sldId id="469" r:id="rId9"/>
    <p:sldId id="714" r:id="rId10"/>
    <p:sldId id="720" r:id="rId11"/>
    <p:sldId id="721" r:id="rId12"/>
    <p:sldId id="723" r:id="rId13"/>
    <p:sldId id="722" r:id="rId14"/>
    <p:sldId id="724" r:id="rId15"/>
    <p:sldId id="715" r:id="rId16"/>
    <p:sldId id="716" r:id="rId17"/>
    <p:sldId id="574" r:id="rId18"/>
    <p:sldId id="586" r:id="rId19"/>
    <p:sldId id="725" r:id="rId20"/>
    <p:sldId id="730" r:id="rId21"/>
    <p:sldId id="726" r:id="rId22"/>
    <p:sldId id="727" r:id="rId23"/>
    <p:sldId id="575" r:id="rId24"/>
    <p:sldId id="593" r:id="rId25"/>
    <p:sldId id="731" r:id="rId26"/>
    <p:sldId id="732" r:id="rId27"/>
    <p:sldId id="733" r:id="rId28"/>
    <p:sldId id="576" r:id="rId29"/>
    <p:sldId id="633" r:id="rId30"/>
    <p:sldId id="734" r:id="rId31"/>
    <p:sldId id="735" r:id="rId32"/>
    <p:sldId id="736" r:id="rId33"/>
    <p:sldId id="737" r:id="rId34"/>
    <p:sldId id="738" r:id="rId35"/>
    <p:sldId id="739" r:id="rId36"/>
    <p:sldId id="710" r:id="rId37"/>
    <p:sldId id="711" r:id="rId38"/>
    <p:sldId id="740" r:id="rId39"/>
    <p:sldId id="741" r:id="rId40"/>
    <p:sldId id="742" r:id="rId41"/>
    <p:sldId id="743" r:id="rId42"/>
    <p:sldId id="744" r:id="rId43"/>
    <p:sldId id="745" r:id="rId44"/>
    <p:sldId id="746" r:id="rId45"/>
    <p:sldId id="747" r:id="rId46"/>
    <p:sldId id="748" r:id="rId47"/>
    <p:sldId id="749" r:id="rId48"/>
    <p:sldId id="712" r:id="rId49"/>
    <p:sldId id="713" r:id="rId50"/>
    <p:sldId id="750" r:id="rId51"/>
    <p:sldId id="751" r:id="rId52"/>
    <p:sldId id="754" r:id="rId53"/>
    <p:sldId id="752" r:id="rId54"/>
    <p:sldId id="755" r:id="rId55"/>
    <p:sldId id="756" r:id="rId56"/>
    <p:sldId id="757" r:id="rId57"/>
    <p:sldId id="758" r:id="rId58"/>
    <p:sldId id="759" r:id="rId59"/>
    <p:sldId id="760" r:id="rId60"/>
    <p:sldId id="761" r:id="rId61"/>
    <p:sldId id="762" r:id="rId62"/>
    <p:sldId id="763" r:id="rId63"/>
    <p:sldId id="753" r:id="rId64"/>
    <p:sldId id="764" r:id="rId65"/>
    <p:sldId id="765" r:id="rId66"/>
    <p:sldId id="766" r:id="rId67"/>
    <p:sldId id="572" r:id="rId68"/>
    <p:sldId id="708" r:id="rId69"/>
    <p:sldId id="767" r:id="rId70"/>
    <p:sldId id="460" r:id="rId7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5E3E"/>
    <a:srgbClr val="185C37"/>
    <a:srgbClr val="0285CB"/>
    <a:srgbClr val="002060"/>
    <a:srgbClr val="185194"/>
    <a:srgbClr val="DCE5F4"/>
    <a:srgbClr val="C5E0F5"/>
    <a:srgbClr val="DEE6F4"/>
    <a:srgbClr val="55A2EA"/>
    <a:srgbClr val="F585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2996" autoAdjust="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tableStyles" Target="tableStyles.xml"/><Relationship Id="rId7" Type="http://schemas.openxmlformats.org/officeDocument/2006/relationships/slide" Target="slides/slide4.xml"/><Relationship Id="rId71" Type="http://schemas.openxmlformats.org/officeDocument/2006/relationships/slide" Target="slides/slide6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5EA4C-C730-45EE-962B-B75D339BE598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6EEA2C-B15A-41FB-8CEE-35D5B1FD1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13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709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7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11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2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641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04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67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9E20D47-8950-4345-B591-B1A084BE3FF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88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88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022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82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58A7-C842-1306-85A9-D5869D2C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2B739-A0DB-E465-2DD1-FC2F63B4E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2E29-6675-11F3-C587-415AFD73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ACCD3-EA0F-88A1-555B-2F0923AC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07F3-352C-26B3-AD9C-C2599795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073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9E25-7B0F-2E27-972A-9374391F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CA61-FDE1-B86C-D6C0-A0456B480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6CA65-7308-7A92-3FF9-DDFF59D6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81FC9-3AF9-CA12-49A8-CFA6E5C9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F95D-66D7-2C1B-BBB9-1DED127A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762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F506-103F-59F0-CDD9-21708A4A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001D-2655-BE0C-E5C9-3973A882A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2C312-9871-73D3-9A4D-5534C80C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969B6-DE58-DA29-543F-18DBA934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5D59F-0828-6725-C785-3D5FF463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97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98AC-F134-177F-7BC9-A910FA4D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A78B-97AD-F464-FFA2-43043EBD3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AC0EC-80AC-6E84-16D5-C507DDD96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A64FE-FC87-801A-C851-B7494F72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DA7AB-4963-0D09-B25C-CE168A89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0F405-FCBD-27FD-E780-A5048A0B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831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2501-0AEB-508A-9C5F-3F9FABB6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7663-2E9D-C656-68BE-825825332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273C-A8E5-4904-E2D2-247B6BDCC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F18BE-00B8-17BD-F80C-0DDD4ECA4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AEE12-2E2D-5EAF-0129-C46867630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97EDD-65BE-7504-B6B1-6B9ACE95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7187A-AD97-2A9E-BCEB-63E04EC2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81EC2-7FC4-9857-2136-C853C98F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876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F7F4-0D6B-2633-5F89-DD2FE64D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C744D-B9A8-5435-C58A-B6A18FB1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06396-D959-94C3-719C-86CEBF80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9F0D3-245F-D099-E381-A1AA0BCA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1869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10C35-01ED-5FC8-D93C-526A6A29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5287F-181B-3DEB-364C-3D183122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DB13C-EAD2-119E-1773-0D186FBC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321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4B01-A7A7-7B8C-7C09-A1D0763B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7894D-BD14-70D7-1AB7-DE58ABE3A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AD15A-1936-916D-B5EF-39CF30481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DAD62-B7B3-9F7E-EABD-C741DD7B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DF03A-7A9B-E2E1-EFD8-605FEC71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CB9A7-35F5-86F4-8830-D014FF0A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89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1D47-2CA0-76D0-DD0A-8D8A171C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065D6-2C3C-6AD7-97A9-25CE4ABC3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3ED7-F437-5B72-02E1-9067F58EA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780A9-CD14-BF71-4F5F-56C4BEDC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EA1D2-D8E9-67BD-AE53-9900E076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DE7DE-58A9-7DA7-46CC-EBC1C1C4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829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1F14-6648-DAA7-4002-266662C1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796A8-7321-F8D3-DFC0-968290E35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C285-911B-C6C7-7C45-FA81BE2C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DA7CD-BB57-D71C-48A7-0E33159F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7D385-DDD9-4E67-584E-75D39FF8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0408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F8148-8509-EBFE-94CD-F7ED78939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7077F-41CC-4782-6A35-4F6E000EF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31E7C-C273-CF1C-938A-85130FFF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659D-4F98-527C-7288-07B3271B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58127-1D49-DC05-A50E-C8FCF0B6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626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1E628-2295-60C3-554B-F69E258C7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B4C919-552B-4185-4905-0A757EFBE0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22A18-DD51-A715-AA07-3AC35E76A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425B3-236F-BAF5-5652-A317BE783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73E9B-AB16-03FF-E3B5-F08ECD1E0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2988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1B833-7404-8AFF-519B-2D646F425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41CBC-D474-A9EE-0C80-1B6532AA0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98A8C-3126-4E7D-80EB-B4C08400A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FED16-F5A6-D00B-4AAA-31A9CBA52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08A1E-7E44-AB63-5129-3474C48C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5703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F419C-0981-F5B1-5D2A-CCD7E09E1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A8433-A6B3-E369-9D17-B42E71A7E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0DC4B-B5A8-BD42-8713-E2541CE77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44096-DA24-D161-7995-C7CB1FDB7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9CEA4-D9A3-0922-F2E3-4C4845DB2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6883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B24F0-356E-C304-3638-8E1DD1877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55A28-EF5F-C786-3BD1-616C8D19BA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ED6FF-F127-182E-A5C1-53E5DD3C2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7732D-AA97-B0D8-852D-EC24F4B00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CC093-26A6-6390-5220-AB19AF9C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BC467-3675-ABA2-5ACF-ED3DCC839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799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94EF6-8F6A-C449-56C0-4704F8B10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501C1-B182-ED07-B6D9-E2DB79F27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FF3AA-B86A-C2EE-225A-4A260F6A0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3E46D-8B89-72AA-1F93-101539E955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48897D-14A4-AACB-FFF9-89CE19725D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07E40B-0173-615D-22C5-9BFE79C41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46794A-32C5-1657-D308-2B9BA5296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4DB5EF-CD48-1595-B798-8D879C9D1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7942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77128-C371-3E31-E353-5B5141434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599A92-FC3E-64AE-6505-D4313DBD7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4148D0-5A47-80EC-ADD6-A6FDEEDEF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04F37-CEDB-64B1-3DF9-C151155D2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602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7C06E0-C082-CFF8-ED9B-E69DDDBCE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2ACCD9-5745-4E08-CD69-1F430F297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DCCD6-8219-C9B0-A419-2E19287A6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2149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23BBC-3704-CCB1-D5B7-063A7C66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A6B5F-BCC7-5058-2B0D-D9832D0C0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392F0-032F-5468-7FC7-72990F7AF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55751-5BE4-5A53-79A2-86477DFE8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8FE1F-92F1-10FF-B9A1-FDDA5D060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0165C-9B44-BACC-B846-E2F790602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2059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E7C10-E587-3CD1-5567-42066EEE0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81E7BC-D7AB-7D51-9D31-0369C0F7DD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F5EEC0-64E0-1A15-E9D3-8E22F4EA2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E0995-61F9-ADED-7651-66556999A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18B3E-3978-D3B5-4EFC-96C7C5912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27C20-A6BA-C1DB-B6FA-48E1007F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199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6AAF8-F153-CE9F-ABB2-ED45AC83A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D1413-8D02-E7BA-E196-655B8E4DE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CED38-9C59-9133-CCA1-BFBBD0A1A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95077-8A4A-D037-00F9-71718FBBA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F9982-5564-9E26-E5FA-E0DF3C255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340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A80C18-BE41-83C4-23B9-4481A22F7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79A975-3065-22EB-02F1-BB19E8B42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EC24B-29F3-3219-A99B-B56FCB765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40EA8-9C61-E097-C0CC-165A3971F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BA7B8-1C09-A464-B610-3F8B9F203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907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9E20D47-8950-4345-B591-B1A084BE3FF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50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43E6B-BE7C-F7B5-8F96-E098E8F8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7BC90-F11E-7B2A-E678-5FC15B91C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7AFC-7092-1DF9-83F5-76910805B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EC95-7019-459D-A010-A8B68B1545F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F60B2-53C0-725C-1263-280DCC3EB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D43FB-7697-1ADD-EDD4-DA4582F60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18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331FE1-4F1F-DCD0-653B-10C113FD7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2EE2B-89ED-CDED-20AD-C726F9A03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71289-A8A4-49AD-D06D-8CEBDCCF99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7BDBE2-65EB-463D-B15D-57DD3A1ED31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5BAAE-1591-6815-7EE6-DF2504DA85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B3D3A-5F7C-BE1C-6772-4A69681B8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259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29.png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29.png"/><Relationship Id="rId4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29.png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5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5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image" Target="../media/image5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image" Target="../media/image5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image" Target="../media/image6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6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png"/><Relationship Id="rId4" Type="http://schemas.openxmlformats.org/officeDocument/2006/relationships/image" Target="../media/image6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png"/><Relationship Id="rId4" Type="http://schemas.openxmlformats.org/officeDocument/2006/relationships/image" Target="../media/image6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png"/><Relationship Id="rId4" Type="http://schemas.openxmlformats.org/officeDocument/2006/relationships/image" Target="../media/image6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image" Target="../media/image6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6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6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e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AC19497-F638-0811-E7ED-6E6FA4360F2F}"/>
              </a:ext>
            </a:extLst>
          </p:cNvPr>
          <p:cNvGrpSpPr/>
          <p:nvPr/>
        </p:nvGrpSpPr>
        <p:grpSpPr>
          <a:xfrm>
            <a:off x="4658788" y="5255795"/>
            <a:ext cx="4045464" cy="1029113"/>
            <a:chOff x="6824798" y="5793729"/>
            <a:chExt cx="3667695" cy="978289"/>
          </a:xfrm>
          <a:noFill/>
        </p:grpSpPr>
        <p:pic>
          <p:nvPicPr>
            <p:cNvPr id="15" name="Picture 14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C10EB561-9745-F8D5-A329-610E598C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24798" y="6028998"/>
              <a:ext cx="2084032" cy="715548"/>
            </a:xfrm>
            <a:prstGeom prst="rect">
              <a:avLst/>
            </a:prstGeom>
            <a:grpFill/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CBE5B9B-0BC4-F177-AC6B-7A636CCB5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08193" y="5793729"/>
              <a:ext cx="1484300" cy="978289"/>
            </a:xfrm>
            <a:prstGeom prst="rect">
              <a:avLst/>
            </a:prstGeom>
            <a:grpFill/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C33647FC-E9A4-CF82-B3C7-3A659951E4E9}"/>
              </a:ext>
            </a:extLst>
          </p:cNvPr>
          <p:cNvSpPr/>
          <p:nvPr/>
        </p:nvSpPr>
        <p:spPr>
          <a:xfrm>
            <a:off x="631865" y="308359"/>
            <a:ext cx="5120312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Excel </a:t>
            </a:r>
          </a:p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Training </a:t>
            </a:r>
          </a:p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for Beginners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364458-297F-61DC-1CAB-BBA507E98155}"/>
              </a:ext>
            </a:extLst>
          </p:cNvPr>
          <p:cNvSpPr/>
          <p:nvPr/>
        </p:nvSpPr>
        <p:spPr>
          <a:xfrm>
            <a:off x="894616" y="4527669"/>
            <a:ext cx="376417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610C3D-2903-8547-C5B8-1A6D15409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9824" y="573092"/>
            <a:ext cx="5334462" cy="2700762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3710E89-F473-B169-1AD7-FB86CEF9F8EE}"/>
              </a:ext>
            </a:extLst>
          </p:cNvPr>
          <p:cNvSpPr txBox="1">
            <a:spLocks/>
          </p:cNvSpPr>
          <p:nvPr/>
        </p:nvSpPr>
        <p:spPr>
          <a:xfrm>
            <a:off x="1100635" y="5524501"/>
            <a:ext cx="3093342" cy="918772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Manager of Information Center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Tendering Department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Arab Contractors </a:t>
            </a:r>
          </a:p>
        </p:txBody>
      </p:sp>
      <p:pic>
        <p:nvPicPr>
          <p:cNvPr id="4" name="Picture 3" descr="Logo, icon&#10;&#10;Description automatically generated">
            <a:extLst>
              <a:ext uri="{FF2B5EF4-FFF2-40B4-BE49-F238E27FC236}">
                <a16:creationId xmlns:a16="http://schemas.microsoft.com/office/drawing/2014/main" id="{38C68A23-615E-2591-CC49-727408AD7C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533" y="6032703"/>
            <a:ext cx="457986" cy="3846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88269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25BA74D-EF90-0239-6711-2B75A9015049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0B9E7AE-DD3E-2778-4505-29CE11B55B95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6699ADC-6A36-3C68-70BE-C69A1A410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909E0A5-81C4-0F08-070C-450985911AA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B22DA6-C1D9-CC24-D593-4E2B3FB3C2E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720A25A-1A8C-0312-D649-F7FB275E6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2A3AF23-43B7-46D7-E096-7C5743A54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99D5D1C-CB18-AA91-2F2E-273EBAD07469}"/>
              </a:ext>
            </a:extLst>
          </p:cNvPr>
          <p:cNvSpPr/>
          <p:nvPr/>
        </p:nvSpPr>
        <p:spPr>
          <a:xfrm>
            <a:off x="27709" y="2875002"/>
            <a:ext cx="12192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Printing Worksheets</a:t>
            </a:r>
            <a:endParaRPr lang="en-US" sz="5400" b="1" cap="none" spc="0" dirty="0">
              <a:ln w="0"/>
              <a:solidFill>
                <a:srgbClr val="0D5E3E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Bold" panose="000008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3FFDDE-FB1B-012C-48CA-7D54DF023313}"/>
              </a:ext>
            </a:extLst>
          </p:cNvPr>
          <p:cNvSpPr/>
          <p:nvPr/>
        </p:nvSpPr>
        <p:spPr>
          <a:xfrm>
            <a:off x="10457" y="1512371"/>
            <a:ext cx="1219200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r-EG" sz="88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9</a:t>
            </a:r>
            <a:endParaRPr lang="en-US" sz="8800" b="1" cap="none" spc="0" dirty="0">
              <a:ln w="0"/>
              <a:solidFill>
                <a:srgbClr val="0D5E3E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Bold" panose="000008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6ED84B-4DD8-B161-A53E-1F071E9DFD0A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</p:spTree>
    <p:extLst>
      <p:ext uri="{BB962C8B-B14F-4D97-AF65-F5344CB8AC3E}">
        <p14:creationId xmlns:p14="http://schemas.microsoft.com/office/powerpoint/2010/main" val="94523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4D31F-C2C9-6410-C474-4A48538A2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D5FF88-DAD0-AF74-C033-9EC8464D8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431" y="0"/>
            <a:ext cx="5363570" cy="68580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9DBC2017-19A4-3A61-CC33-2C2CF3691949}"/>
              </a:ext>
            </a:extLst>
          </p:cNvPr>
          <p:cNvSpPr/>
          <p:nvPr/>
        </p:nvSpPr>
        <p:spPr>
          <a:xfrm rot="5400000">
            <a:off x="8606" y="627131"/>
            <a:ext cx="914400" cy="914400"/>
          </a:xfrm>
          <a:prstGeom prst="ellipse">
            <a:avLst/>
          </a:prstGeom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rPr>
              <a:t>90%</a:t>
            </a: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5B64084-F9E0-EFAC-3F5A-4959D56BE15B}"/>
              </a:ext>
            </a:extLst>
          </p:cNvPr>
          <p:cNvGrpSpPr/>
          <p:nvPr/>
        </p:nvGrpSpPr>
        <p:grpSpPr>
          <a:xfrm>
            <a:off x="-9208171" y="636556"/>
            <a:ext cx="10131175" cy="932688"/>
            <a:chOff x="-7180886" y="3087526"/>
            <a:chExt cx="8103890" cy="923824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4179767E-2BFC-44A6-A39B-AC9F3F50C6E7}"/>
                </a:ext>
              </a:extLst>
            </p:cNvPr>
            <p:cNvSpPr/>
            <p:nvPr/>
          </p:nvSpPr>
          <p:spPr>
            <a:xfrm rot="5400000">
              <a:off x="-3586141" y="-50721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rgbClr val="15608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90C34F3-5F1B-8FF5-5C64-3DB215C5B981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Montserrat SemiBold" panose="00000700000000000000" pitchFamily="2" charset="0"/>
                  <a:ea typeface="+mn-ea"/>
                  <a:cs typeface="+mn-cs"/>
                </a:rPr>
                <a:t>90%</a:t>
              </a: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E8ACAE1A-298E-6E35-5762-FB81E90E2E18}"/>
              </a:ext>
            </a:extLst>
          </p:cNvPr>
          <p:cNvSpPr/>
          <p:nvPr/>
        </p:nvSpPr>
        <p:spPr>
          <a:xfrm>
            <a:off x="1008264" y="718197"/>
            <a:ext cx="7906523" cy="73866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42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Setting Margins and Orientation</a:t>
            </a:r>
            <a:endParaRPr kumimoji="0" lang="en-US" sz="4200" b="1" i="0" u="none" strike="noStrike" kern="1200" cap="none" spc="0" normalizeH="0" baseline="0" noProof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28" name="Picture 27" descr="A yellow cylinder with three layers&#10;&#10;AI-generated content may be incorrect.">
            <a:extLst>
              <a:ext uri="{FF2B5EF4-FFF2-40B4-BE49-F238E27FC236}">
                <a16:creationId xmlns:a16="http://schemas.microsoft.com/office/drawing/2014/main" id="{76C5286A-EA77-DB98-E6D5-F97F711679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172" y="714768"/>
            <a:ext cx="646332" cy="646332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14FD281D-3274-A4C3-2CCB-0E7F8DB1F6BD}"/>
              </a:ext>
            </a:extLst>
          </p:cNvPr>
          <p:cNvSpPr/>
          <p:nvPr/>
        </p:nvSpPr>
        <p:spPr>
          <a:xfrm rot="5400000">
            <a:off x="37436" y="1928712"/>
            <a:ext cx="914400" cy="914400"/>
          </a:xfrm>
          <a:prstGeom prst="ellipse">
            <a:avLst/>
          </a:prstGeom>
          <a:solidFill>
            <a:srgbClr val="E97132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56B1B75-ADD6-244B-F6EA-C5E40C655D8E}"/>
              </a:ext>
            </a:extLst>
          </p:cNvPr>
          <p:cNvGrpSpPr/>
          <p:nvPr/>
        </p:nvGrpSpPr>
        <p:grpSpPr>
          <a:xfrm>
            <a:off x="-9179341" y="1925778"/>
            <a:ext cx="10131175" cy="945045"/>
            <a:chOff x="-7180886" y="3075286"/>
            <a:chExt cx="8103890" cy="936064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BB9ACD2E-80E8-F0CC-E81F-865A0102D455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E97132"/>
                </a:gs>
                <a:gs pos="100000">
                  <a:srgbClr val="F4B59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032D44E-ACB4-AA1A-B0BB-67AA12B0BD19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E97132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844AB937-4DDE-BB2B-9C00-A9F7BBABF70C}"/>
              </a:ext>
            </a:extLst>
          </p:cNvPr>
          <p:cNvSpPr/>
          <p:nvPr/>
        </p:nvSpPr>
        <p:spPr>
          <a:xfrm>
            <a:off x="1037094" y="2019778"/>
            <a:ext cx="735643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36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Setting and Clearing the Print Area</a:t>
            </a:r>
            <a:endParaRPr kumimoji="0" lang="en-US" sz="3600" b="1" i="0" u="none" strike="noStrike" kern="1200" cap="none" spc="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36" name="Picture 35" descr="A close-up of a container&#10;&#10;AI-generated content may be incorrect.">
            <a:extLst>
              <a:ext uri="{FF2B5EF4-FFF2-40B4-BE49-F238E27FC236}">
                <a16:creationId xmlns:a16="http://schemas.microsoft.com/office/drawing/2014/main" id="{AE7F36A8-C824-0788-E427-CD0A8C0111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172" y="1947649"/>
            <a:ext cx="774618" cy="774618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D440FAF9-F7FA-7BE4-9BC6-52CF36F1CF3B}"/>
              </a:ext>
            </a:extLst>
          </p:cNvPr>
          <p:cNvSpPr/>
          <p:nvPr/>
        </p:nvSpPr>
        <p:spPr>
          <a:xfrm rot="5400000">
            <a:off x="125764" y="3241986"/>
            <a:ext cx="914400" cy="914400"/>
          </a:xfrm>
          <a:prstGeom prst="ellipse">
            <a:avLst/>
          </a:prstGeom>
          <a:solidFill>
            <a:srgbClr val="196B24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E21FB87-3235-BEAB-EB0D-BA5A310E869F}"/>
              </a:ext>
            </a:extLst>
          </p:cNvPr>
          <p:cNvGrpSpPr/>
          <p:nvPr/>
        </p:nvGrpSpPr>
        <p:grpSpPr>
          <a:xfrm>
            <a:off x="-9091013" y="3239052"/>
            <a:ext cx="10131175" cy="945045"/>
            <a:chOff x="-7180886" y="3075286"/>
            <a:chExt cx="8103890" cy="936064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15C0820E-EBD4-08BA-4999-EAF69375CF14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96B24"/>
                </a:gs>
                <a:gs pos="100000">
                  <a:srgbClr val="88B18D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B48164A-24CF-F37E-6551-83299BF5EE5E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196B24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235365C3-E28E-EB73-3F48-E8C72408B6A1}"/>
              </a:ext>
            </a:extLst>
          </p:cNvPr>
          <p:cNvSpPr/>
          <p:nvPr/>
        </p:nvSpPr>
        <p:spPr>
          <a:xfrm>
            <a:off x="1125422" y="3333052"/>
            <a:ext cx="614450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4800" b="1" dirty="0">
                <a:ln w="0"/>
                <a:solidFill>
                  <a:srgbClr val="E97132">
                    <a:lumMod val="40000"/>
                    <a:lumOff val="6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Inserting Page Breaks</a:t>
            </a:r>
            <a:endParaRPr kumimoji="0" lang="en-US" sz="4800" b="1" i="0" u="none" strike="noStrike" kern="1200" cap="none" spc="0" normalizeH="0" baseline="0" noProof="0" dirty="0">
              <a:ln w="0"/>
              <a:solidFill>
                <a:srgbClr val="E97132">
                  <a:lumMod val="40000"/>
                  <a:lumOff val="60000"/>
                </a:srgbClr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48" name="Picture 47" descr="A close-up of a folder&#10;&#10;AI-generated content may be incorrect.">
            <a:extLst>
              <a:ext uri="{FF2B5EF4-FFF2-40B4-BE49-F238E27FC236}">
                <a16:creationId xmlns:a16="http://schemas.microsoft.com/office/drawing/2014/main" id="{2932A1E0-B600-E527-D7F4-E7A3F24D68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193" y="3260923"/>
            <a:ext cx="774618" cy="774618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7BB7B1A1-8CA3-0B55-EC0A-F8F033F80C3E}"/>
              </a:ext>
            </a:extLst>
          </p:cNvPr>
          <p:cNvSpPr/>
          <p:nvPr/>
        </p:nvSpPr>
        <p:spPr>
          <a:xfrm rot="5400000">
            <a:off x="149290" y="4572460"/>
            <a:ext cx="914400" cy="914400"/>
          </a:xfrm>
          <a:prstGeom prst="ellipse">
            <a:avLst/>
          </a:prstGeom>
          <a:solidFill>
            <a:srgbClr val="0F9ED5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D41E738-632A-1F3F-CB2F-F95D10955657}"/>
              </a:ext>
            </a:extLst>
          </p:cNvPr>
          <p:cNvGrpSpPr/>
          <p:nvPr/>
        </p:nvGrpSpPr>
        <p:grpSpPr>
          <a:xfrm>
            <a:off x="-9067487" y="4569526"/>
            <a:ext cx="10131175" cy="945045"/>
            <a:chOff x="-7180886" y="3075286"/>
            <a:chExt cx="8103890" cy="936064"/>
          </a:xfrm>
          <a:gradFill>
            <a:gsLst>
              <a:gs pos="0">
                <a:srgbClr val="0F9ED5"/>
              </a:gs>
              <a:gs pos="100000">
                <a:srgbClr val="7EC7E3"/>
              </a:gs>
            </a:gsLst>
            <a:lin ang="5400000" scaled="1"/>
          </a:gradFill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B8BE93D4-D322-3371-DDC9-0E48332CB15C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659C1350-C9B9-3DB6-8E5B-8B35F85AD745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0F9ED5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CF1D280B-4507-9E23-FFCE-F5697E0DE576}"/>
              </a:ext>
            </a:extLst>
          </p:cNvPr>
          <p:cNvSpPr/>
          <p:nvPr/>
        </p:nvSpPr>
        <p:spPr>
          <a:xfrm>
            <a:off x="1148948" y="4663526"/>
            <a:ext cx="8678633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 defTabSz="914400"/>
            <a:r>
              <a:rPr lang="en-US" sz="4400" b="1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Print Titles and a Background</a:t>
            </a:r>
            <a:endParaRPr kumimoji="0" lang="en-US" sz="4400" b="1" i="0" u="none" strike="noStrike" kern="1200" cap="none" spc="0" normalizeH="0" baseline="0" noProof="0" dirty="0">
              <a:ln w="0"/>
              <a:solidFill>
                <a:srgbClr val="7030A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D538238-60D1-8D6D-6251-FDB4AB4DF99E}"/>
              </a:ext>
            </a:extLst>
          </p:cNvPr>
          <p:cNvSpPr/>
          <p:nvPr/>
        </p:nvSpPr>
        <p:spPr>
          <a:xfrm rot="5400000">
            <a:off x="234548" y="5764245"/>
            <a:ext cx="914400" cy="914400"/>
          </a:xfrm>
          <a:prstGeom prst="ellipse">
            <a:avLst/>
          </a:prstGeom>
          <a:solidFill>
            <a:srgbClr val="A02B93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96C77A0-18FD-2F44-B654-8BC40054A6DD}"/>
              </a:ext>
            </a:extLst>
          </p:cNvPr>
          <p:cNvGrpSpPr/>
          <p:nvPr/>
        </p:nvGrpSpPr>
        <p:grpSpPr>
          <a:xfrm>
            <a:off x="-8982229" y="5761311"/>
            <a:ext cx="10131175" cy="945045"/>
            <a:chOff x="-7180886" y="3075286"/>
            <a:chExt cx="8103890" cy="936064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8F58E76B-19E9-2E4B-323E-47B52BDB9114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02B93"/>
                </a:gs>
                <a:gs pos="100000">
                  <a:srgbClr val="CE92C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23B4D97-BD7E-E259-8091-8ED9422D5574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A02B93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C94D7CDB-544A-6CB4-C5C7-A41C70B72730}"/>
              </a:ext>
            </a:extLst>
          </p:cNvPr>
          <p:cNvSpPr/>
          <p:nvPr/>
        </p:nvSpPr>
        <p:spPr>
          <a:xfrm>
            <a:off x="1234206" y="5855311"/>
            <a:ext cx="5994911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48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Headers and Footers</a:t>
            </a:r>
          </a:p>
        </p:txBody>
      </p:sp>
      <p:pic>
        <p:nvPicPr>
          <p:cNvPr id="50" name="Picture 49" descr="A truck with a container on it&#10;&#10;AI-generated content may be incorrect.">
            <a:extLst>
              <a:ext uri="{FF2B5EF4-FFF2-40B4-BE49-F238E27FC236}">
                <a16:creationId xmlns:a16="http://schemas.microsoft.com/office/drawing/2014/main" id="{88E8A182-EC36-0F28-0F47-CA670B7EE9F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461" y="4482465"/>
            <a:ext cx="914400" cy="914400"/>
          </a:xfrm>
          <a:prstGeom prst="rect">
            <a:avLst/>
          </a:prstGeom>
        </p:spPr>
      </p:pic>
      <p:pic>
        <p:nvPicPr>
          <p:cNvPr id="44" name="Picture 43" descr="A magnifying glass on a spool of paper&#10;&#10;AI-generated content may be incorrect.">
            <a:extLst>
              <a:ext uri="{FF2B5EF4-FFF2-40B4-BE49-F238E27FC236}">
                <a16:creationId xmlns:a16="http://schemas.microsoft.com/office/drawing/2014/main" id="{3D040D81-D5E2-98D9-07A6-4C6132868C5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3769" y="5729451"/>
            <a:ext cx="772191" cy="77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42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7 L 0.72787 0.0007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4 0.00069 L 0.72787 0.00069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3" grpId="0"/>
      <p:bldP spid="41" grpId="0"/>
      <p:bldP spid="55" grpId="0"/>
      <p:bldP spid="6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F59AF-89AA-AC29-4D55-78C68C9F6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75B4C9-394E-7263-640F-D56F7D2E5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431" y="0"/>
            <a:ext cx="5363570" cy="68580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FDF3E1EA-3AD2-FD90-F733-8805549513A3}"/>
              </a:ext>
            </a:extLst>
          </p:cNvPr>
          <p:cNvSpPr/>
          <p:nvPr/>
        </p:nvSpPr>
        <p:spPr>
          <a:xfrm rot="5400000">
            <a:off x="8606" y="627131"/>
            <a:ext cx="914400" cy="914400"/>
          </a:xfrm>
          <a:prstGeom prst="ellipse">
            <a:avLst/>
          </a:prstGeom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rPr>
              <a:t>90%</a:t>
            </a: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1F586F3-BAAC-09B0-861F-D834E528AD14}"/>
              </a:ext>
            </a:extLst>
          </p:cNvPr>
          <p:cNvGrpSpPr/>
          <p:nvPr/>
        </p:nvGrpSpPr>
        <p:grpSpPr>
          <a:xfrm>
            <a:off x="-9208171" y="636556"/>
            <a:ext cx="10131175" cy="932688"/>
            <a:chOff x="-7180886" y="3087526"/>
            <a:chExt cx="8103890" cy="923824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6D909BEB-937D-2A4F-17A6-1875CB9B1B33}"/>
                </a:ext>
              </a:extLst>
            </p:cNvPr>
            <p:cNvSpPr/>
            <p:nvPr/>
          </p:nvSpPr>
          <p:spPr>
            <a:xfrm rot="5400000">
              <a:off x="-3586141" y="-50721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rgbClr val="15608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2F88DBE-1817-BC5F-19AD-7BC11D4B8202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Montserrat SemiBold" panose="00000700000000000000" pitchFamily="2" charset="0"/>
                  <a:ea typeface="+mn-ea"/>
                  <a:cs typeface="+mn-cs"/>
                </a:rPr>
                <a:t>90%</a:t>
              </a: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BED1A2AA-60B1-D3E6-9C82-A3A86758ED88}"/>
              </a:ext>
            </a:extLst>
          </p:cNvPr>
          <p:cNvSpPr/>
          <p:nvPr/>
        </p:nvSpPr>
        <p:spPr>
          <a:xfrm>
            <a:off x="1008264" y="718197"/>
            <a:ext cx="65114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5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Printing a Workbook</a:t>
            </a:r>
            <a:endParaRPr kumimoji="0" lang="en-US" sz="5400" b="1" i="0" u="none" strike="noStrike" kern="1200" cap="none" spc="0" normalizeH="0" baseline="0" noProof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28" name="Picture 27" descr="A yellow cylinder with three layers&#10;&#10;AI-generated content may be incorrect.">
            <a:extLst>
              <a:ext uri="{FF2B5EF4-FFF2-40B4-BE49-F238E27FC236}">
                <a16:creationId xmlns:a16="http://schemas.microsoft.com/office/drawing/2014/main" id="{BC9DCABE-71B2-56F2-C316-62F97DC181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172" y="714768"/>
            <a:ext cx="646332" cy="646332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F9A29CC6-4FDC-871F-D0BC-FD8682184C8F}"/>
              </a:ext>
            </a:extLst>
          </p:cNvPr>
          <p:cNvSpPr/>
          <p:nvPr/>
        </p:nvSpPr>
        <p:spPr>
          <a:xfrm rot="5400000">
            <a:off x="37436" y="1928712"/>
            <a:ext cx="914400" cy="914400"/>
          </a:xfrm>
          <a:prstGeom prst="ellipse">
            <a:avLst/>
          </a:prstGeom>
          <a:solidFill>
            <a:srgbClr val="E97132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03F49E1-E19F-A6F1-F130-68914FD669DA}"/>
              </a:ext>
            </a:extLst>
          </p:cNvPr>
          <p:cNvGrpSpPr/>
          <p:nvPr/>
        </p:nvGrpSpPr>
        <p:grpSpPr>
          <a:xfrm>
            <a:off x="-9179341" y="1925778"/>
            <a:ext cx="10131175" cy="945045"/>
            <a:chOff x="-7180886" y="3075286"/>
            <a:chExt cx="8103890" cy="936064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850FF2C5-E5E5-F00D-9C4F-FEC2D315B211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E97132"/>
                </a:gs>
                <a:gs pos="100000">
                  <a:srgbClr val="F4B59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3477E2A-4822-55FC-15D7-B55811757E94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E97132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0A816DB7-F79E-1071-BA60-63973964C4C6}"/>
              </a:ext>
            </a:extLst>
          </p:cNvPr>
          <p:cNvSpPr/>
          <p:nvPr/>
        </p:nvSpPr>
        <p:spPr>
          <a:xfrm>
            <a:off x="1037094" y="2019778"/>
            <a:ext cx="8136907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48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Exam 9: Printing Worksheets</a:t>
            </a:r>
            <a:endParaRPr kumimoji="0" lang="en-US" sz="4800" b="1" i="0" u="none" strike="noStrike" kern="1200" cap="none" spc="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36" name="Picture 35" descr="A close-up of a container&#10;&#10;AI-generated content may be incorrect.">
            <a:extLst>
              <a:ext uri="{FF2B5EF4-FFF2-40B4-BE49-F238E27FC236}">
                <a16:creationId xmlns:a16="http://schemas.microsoft.com/office/drawing/2014/main" id="{20FF1439-3E67-4604-7BF9-105261440A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172" y="1947649"/>
            <a:ext cx="774618" cy="7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281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DBD556-1645-2A74-BFB8-2B6CEC181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062C5C3-51F8-B15D-814B-B6B6684329C5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0EE9D98-DD04-74A0-18DC-A20BF62C4FF1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1B539F1-1584-BE2A-C3E3-757B6706D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4875BA5-F6B2-A4BC-1648-4EC24DFACF7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D27072-A422-7FF8-46DB-4FB826E931E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D617CC3-319C-093D-79F7-D13D9EF16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49B42F7-3CD2-8FCC-98E2-67152795C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6BBF4275-5A09-3A44-4B2D-7C4FBB562EB9}"/>
              </a:ext>
            </a:extLst>
          </p:cNvPr>
          <p:cNvSpPr/>
          <p:nvPr/>
        </p:nvSpPr>
        <p:spPr>
          <a:xfrm>
            <a:off x="2907102" y="2551837"/>
            <a:ext cx="83676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Setting Margins and Orientation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01D8F5-79CB-FE70-EE2E-503BBB4588D1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E76FCB-6682-381C-6607-E53C2CC9BB3E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7363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E9A76-043F-EE11-3B2F-5648A237E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96504E4-A301-915C-2D52-AF5BEE54BA2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44ED3FA-4D22-F2EB-CE0C-F69C897410E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F3D2BD3-0803-8065-6F1F-79C2FD89A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3E66636-E045-6227-0842-8BB6CCD48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F8815F2-C39E-9521-18F0-3E4DE13B5CC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Setting Margins and Orientation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82D4E7-34AC-BABD-5432-A8203C65FA4F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Page Setup Group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4FBD0D-15E7-A61F-7EBE-D519A2341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5740" y="2578055"/>
            <a:ext cx="5415938" cy="182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85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90296-7E55-F24B-A039-A029C9076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866A0C8-203B-6953-E1E8-1251B07E85B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7BBAE49-EEB9-F9F9-E2D3-02C6E5DA035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3B8E435-410D-D29D-01FB-2ED5EC5DA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0BA24E4-55DF-27BC-5026-550AE1B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AABE597-B20A-C596-091E-015A90DE1C5C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Setting Margins and Orientation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11176B-FA27-A0B1-6193-AA412A9CD71E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Margins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45141F-649B-23E5-BACB-13B2E9669A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8971" y="956272"/>
            <a:ext cx="7234420" cy="3835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153801-D56D-5369-D3A0-5ABF4BC41B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6338" y="5141932"/>
            <a:ext cx="3139813" cy="82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679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4EB34-87C1-33AD-4231-332744B8F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203126C-D211-83B4-37D8-8EE742370BA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B39766F-42CA-0EF1-8FBB-D96559ED619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C966CED-BE0F-A69B-5896-7877D91D73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30D1D7C-1B6A-FC96-0220-8044404134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60DE01E-A2E4-2C64-400A-78ADE6FCC149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Setting Margins and Orientation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869F48-E269-F5FA-CADB-CA0A9BB49A90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Margins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5B4E6B-998E-A5B2-8A0F-C2E676190A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633" y="1156727"/>
            <a:ext cx="2334356" cy="43789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F6C7D5-7F33-326D-43D2-CA38191575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193" y="4668570"/>
            <a:ext cx="2680260" cy="90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17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07524-9793-0212-C927-276AECE47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0BC565C-D558-DA53-1492-11A9CCA8F01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444D9C8-7D98-9DED-7B0E-DAD80DDC92D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94AD1F6-A057-4204-ED2D-C40D2BEE1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5DE99F1-BA4E-0674-97C0-1A13E3182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6596E1C-54C4-B6AF-B0D8-13CB9F5FA75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Setting Margins and Orientation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E14805-E515-C988-61FB-86D51F59D7D5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Margins (wide)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C4AF18-CC4F-69AF-38FB-005E386352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8652" y="2081581"/>
            <a:ext cx="6674696" cy="3056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702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A990F-9B2E-F060-2133-2E356B660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451C218-D21A-44E4-FFD0-93721DD31E5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A900DF0-B74A-C647-29AD-F3E0031F63E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3D45715-C63B-FB69-FCF4-226770850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B3A79A9-0E8C-8064-BE6F-8B33F9C14C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C322A78-1B22-FC5A-0AFF-24F2ED8E998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Setting Margins and Orientation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404C69-ED31-7946-77B0-7D8D9CDCDF8F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Margins (Narrow)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1632D4-7D69-EFAD-68EF-D82D761111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1005" y="2031186"/>
            <a:ext cx="8096013" cy="3107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676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77451-DF4B-7488-7116-4706C82BB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CAC42B8-91E7-27F3-FB50-CFC22EB6ABF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00392CC-145B-104D-62C4-53C5CB6F61A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13CA32A-C635-A493-31C1-E55771188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5FDFCFD-ADBF-4EDF-5BD3-6AAEAB2C7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13A2156-822D-2F67-E440-C74C7D6B7FD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Setting Margins and Orientation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31DB89-10C1-6347-30F0-2931A433335B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Custom Margins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93DD57-31CA-682D-4DC3-DC476540CD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8563" y="1275285"/>
            <a:ext cx="5304071" cy="442164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FA2D9193-196A-358E-4850-5B5BDCEBA0B0}"/>
              </a:ext>
            </a:extLst>
          </p:cNvPr>
          <p:cNvGrpSpPr/>
          <p:nvPr/>
        </p:nvGrpSpPr>
        <p:grpSpPr>
          <a:xfrm>
            <a:off x="1236980" y="1619151"/>
            <a:ext cx="2334356" cy="4378909"/>
            <a:chOff x="1236980" y="1619151"/>
            <a:chExt cx="2334356" cy="4378909"/>
          </a:xfrm>
        </p:grpSpPr>
        <p:pic>
          <p:nvPicPr>
            <p:cNvPr id="5" name="Picture 4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5718A38A-90CB-93B5-BF2A-A5EAD84EE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36980" y="1619151"/>
              <a:ext cx="2334356" cy="4378909"/>
            </a:xfrm>
            <a:prstGeom prst="rect">
              <a:avLst/>
            </a:prstGeom>
          </p:spPr>
        </p:pic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BF18ED4-6E23-A5FD-EAFD-4782BD4BBF67}"/>
                </a:ext>
              </a:extLst>
            </p:cNvPr>
            <p:cNvSpPr/>
            <p:nvPr/>
          </p:nvSpPr>
          <p:spPr>
            <a:xfrm>
              <a:off x="1276709" y="5098211"/>
              <a:ext cx="2242868" cy="64633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7143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32AB4-825F-18FD-F71A-E6456C021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C2BFEDD-B81C-D8B0-00F3-254AE9E46A8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330ACC-076E-C125-69A7-A8FA2DB2A6A5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55BD7FE-F5ED-BAA9-6E0F-4E5FB8AE0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BB1D459-32E1-693E-31B3-07704548DA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E71DFA0-4322-AC3B-A8EC-FBF49EA296E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Setting Margins and Orientation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99DACE-C457-70E7-1E51-922921690984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Custom Margins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A5FD2F-5EF3-10ED-F7B0-1E3F8BB63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6624" y="2685179"/>
            <a:ext cx="3863459" cy="322070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94732F0-D392-4332-2E99-85DE5770A4FA}"/>
              </a:ext>
            </a:extLst>
          </p:cNvPr>
          <p:cNvGrpSpPr/>
          <p:nvPr/>
        </p:nvGrpSpPr>
        <p:grpSpPr>
          <a:xfrm>
            <a:off x="487815" y="3996741"/>
            <a:ext cx="962756" cy="1909139"/>
            <a:chOff x="1236980" y="1619151"/>
            <a:chExt cx="2334356" cy="4378909"/>
          </a:xfrm>
        </p:grpSpPr>
        <p:pic>
          <p:nvPicPr>
            <p:cNvPr id="5" name="Picture 4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8F4E60A8-F157-E0DF-E7AF-80D0DEDBBE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36980" y="1619151"/>
              <a:ext cx="2334356" cy="4378909"/>
            </a:xfrm>
            <a:prstGeom prst="rect">
              <a:avLst/>
            </a:prstGeom>
          </p:spPr>
        </p:pic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5E82E8E-9183-6A0A-2A9A-60639ED55DCA}"/>
                </a:ext>
              </a:extLst>
            </p:cNvPr>
            <p:cNvSpPr/>
            <p:nvPr/>
          </p:nvSpPr>
          <p:spPr>
            <a:xfrm>
              <a:off x="1276709" y="5098211"/>
              <a:ext cx="2242868" cy="64633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E059D2F-B1ED-B0A6-D19A-53746976E1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8240" y="1263678"/>
            <a:ext cx="2742611" cy="35502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75E0F2F-A216-48C6-D4F6-26FA6AEA31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1720" y="5284340"/>
            <a:ext cx="3756617" cy="51101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8C1DA8F-E8A7-7E7F-1571-51245448EA97}"/>
              </a:ext>
            </a:extLst>
          </p:cNvPr>
          <p:cNvSpPr/>
          <p:nvPr/>
        </p:nvSpPr>
        <p:spPr>
          <a:xfrm>
            <a:off x="4494362" y="5394870"/>
            <a:ext cx="646981" cy="17623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296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D13CF-F616-49F3-7CA4-521AF4746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3862F5C-5029-0D95-FA9D-A9B0C46B59B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F41180-08C1-1500-1E62-8667D5BF0DBC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BC224C6-1B6E-20CD-8773-E0C911CC57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0BB1888-AA5B-B58B-0F0B-C9C2AC59AE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702BE7-12D7-9083-1149-B4AB19B4DC3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Setting Margins and Orientation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5B9B3D-C8E2-EEF8-09D2-A4AFF6664D3B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Print Preview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64A6FF-8967-7628-8901-D8BD2B0B5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78" y="5571107"/>
            <a:ext cx="3084125" cy="4195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04AD5F-F7B2-BFF4-65D5-0A9682433E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5981" y="1598451"/>
            <a:ext cx="7609128" cy="411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316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80609-34D1-191B-DC3C-F01E5DB12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2362B92-4E2F-BD90-B0C1-6276FD349E8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DFF4B8F-B74C-4D88-95E4-337210F8A87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AB70820-D19F-C8B3-9F17-56DF77B55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2C4116E-997F-C009-7D8F-4EB0BE09B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09BF8CE-C509-2A29-22C4-1BCD62F931F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Setting Margins and Orientation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E6FE96-A5CF-5141-3815-4077B58A19D5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Orientation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0CB281-8945-E5A6-7BB0-461A1B4311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073" y="3048440"/>
            <a:ext cx="1946512" cy="24812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C2740A-E402-631A-49F6-3AE4F207E7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5708" y="956025"/>
            <a:ext cx="7138348" cy="38534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6C7F9D-7FBA-84E7-2E6F-560B707B42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3589" y="4895129"/>
            <a:ext cx="1828959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269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109269-411D-01E5-3CBB-A101539A9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61C14EA-7E48-D90F-3C73-4296B754C40D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EBF1A7D-17F0-BB15-76C0-146C4E5F4A32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1AE76AF-33F6-E6CC-4655-073C91E36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BA1F3C9-E17A-796D-299E-3DE73C17368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4AA2355-4E77-77F2-A164-B1DC0091B37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9FF6DA5-85B9-3CC2-B42C-870325CF9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A3051E8-86D9-1327-03E3-4F49042CF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80EAA72E-C647-C26A-9E8A-1D4AE33655BA}"/>
              </a:ext>
            </a:extLst>
          </p:cNvPr>
          <p:cNvSpPr/>
          <p:nvPr/>
        </p:nvSpPr>
        <p:spPr>
          <a:xfrm>
            <a:off x="2398145" y="2494110"/>
            <a:ext cx="1060186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Setting and Clearing the Print Area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BF062F-5EEB-99EF-FBE9-C1B510199BB8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9295CD-BE22-F936-CD8E-C7090679BB61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5623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1DADC-4088-FD5A-F86B-792E17CC8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5510DD0-CF2E-9061-B8FE-0D57E7297C8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59EF74-23A6-16D0-5F24-DC76C8C4171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C3461C2-5199-D76D-F58D-C134A84FB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78745D5-001A-C03F-AB70-127C939C6B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52E01C0-852B-5ABE-74B2-44B44BAF66D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Setting and Clearing the Print Area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34DBB-C202-E843-77C4-5EC41752D133}"/>
              </a:ext>
            </a:extLst>
          </p:cNvPr>
          <p:cNvSpPr txBox="1"/>
          <p:nvPr/>
        </p:nvSpPr>
        <p:spPr>
          <a:xfrm>
            <a:off x="937484" y="1096356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Print Area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2059EA-FC9A-0D2F-9FCC-9AA8121BB2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238" y="1491017"/>
            <a:ext cx="3056334" cy="28711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DE4888-EFBD-1817-66EE-1A8839EF6A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40" y="4272189"/>
            <a:ext cx="3437215" cy="115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74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810DA-F882-4456-3740-09291546F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2C90195-9818-A884-818A-4B4B9F13FA9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3F61DB-2591-6A36-EA7B-E994B7293115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8AFCCBB-7C58-C8BE-91B6-51E56D11FD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438545D-CA91-94E2-58AE-596CB9F57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F83E695-C04B-BC14-14C9-1F87B19D7FC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Setting and Clearing the Print Area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D81D7C-032B-1BD8-F991-13E4C58E9426}"/>
              </a:ext>
            </a:extLst>
          </p:cNvPr>
          <p:cNvSpPr txBox="1"/>
          <p:nvPr/>
        </p:nvSpPr>
        <p:spPr>
          <a:xfrm>
            <a:off x="937484" y="1096356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Print Area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BCFAA3-AA86-ADBF-3D86-CDEDE2661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5011" y="1710872"/>
            <a:ext cx="9268446" cy="446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598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285A5-8A28-1DDD-FFBD-4D7340084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1350706-5346-54FB-27F3-242FEDE8137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9EA1778-8F38-D1E6-C97A-2D0C69769925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8A17E38-E8B2-47A6-4BDC-CB15F8C6C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8F303D5-B589-A84D-741D-482B128F2F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134FA0C-C9D7-AC09-87F5-674037DB62DD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Setting and Clearing the Print Area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155AAA-2B64-3002-AA2F-2684B1B78EFF}"/>
              </a:ext>
            </a:extLst>
          </p:cNvPr>
          <p:cNvSpPr txBox="1"/>
          <p:nvPr/>
        </p:nvSpPr>
        <p:spPr>
          <a:xfrm>
            <a:off x="937484" y="1096356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Print Area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4A5671-31B4-AB60-F11F-B841909AAD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900" y="3328336"/>
            <a:ext cx="4588257" cy="221163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8F1EB37-60F0-46B1-1EF0-92B8D97312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5995" y="1319180"/>
            <a:ext cx="5192105" cy="404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430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89D01-EA5C-D64A-F002-15EAEAA4D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6833714-9D0E-E72B-A0C0-F9D0C8ED243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865638B-AD61-4880-BE88-598286D1BC8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5991010-CAC5-3413-306D-2237CBAAA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B782AB-D5DF-98F5-A112-B4059B298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BE61B59-028F-FE4F-D60F-09C36D2A127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Setting and Clearing the Print Area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918ED9-1719-AF18-56B5-E32BF43B473B}"/>
              </a:ext>
            </a:extLst>
          </p:cNvPr>
          <p:cNvSpPr txBox="1"/>
          <p:nvPr/>
        </p:nvSpPr>
        <p:spPr>
          <a:xfrm>
            <a:off x="937484" y="1096356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Print Area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4AC015-14F0-2E33-EF1E-DFB95AE5B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6191" y="1866978"/>
            <a:ext cx="7243583" cy="389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807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224C8-8AA3-B515-FE5B-D96B56D94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9E432B0-E563-DEAA-C88A-C98068FAE5C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D16C1D2-6247-CD58-2F59-AC180480B3F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3E0A233-75C0-3548-6BEE-7C44719E72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EF0456F-7D18-7474-1E09-79A02C02A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99A5104-F1DB-D792-A697-6EE375816BA9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Setting and Clearing the Print Area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AD77E1-219D-CC82-BC04-7477F5AAE374}"/>
              </a:ext>
            </a:extLst>
          </p:cNvPr>
          <p:cNvSpPr txBox="1"/>
          <p:nvPr/>
        </p:nvSpPr>
        <p:spPr>
          <a:xfrm>
            <a:off x="937484" y="1096356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Using Print Setting Options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1BA676-B95B-31A8-FF38-BA0BBD9A1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695" y="2088464"/>
            <a:ext cx="3140958" cy="308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10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19019E-316F-BCF5-9CB6-1CB1F13E2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D19CC12-8800-A709-ABDB-0E2E8AD195CF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3A497BB-3425-6256-1DB6-F97C24A9960C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18D925B-F3F5-00CF-03F3-040F945A8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4AC386C-1587-1F47-F9E1-2A7A6ABCFF5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28B2316-66B1-87D3-7FED-D59E2F268AD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CFA6285-170A-B5A3-FA6D-C5462DFE1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B8C4743-1FBF-9B14-42AD-55084D284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A48A200-73F8-0E8F-15BE-92AA341F00F2}"/>
              </a:ext>
            </a:extLst>
          </p:cNvPr>
          <p:cNvSpPr/>
          <p:nvPr/>
        </p:nvSpPr>
        <p:spPr>
          <a:xfrm>
            <a:off x="2855344" y="2890174"/>
            <a:ext cx="836762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Inserting Page Breaks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AEB183-D751-FD5B-A6A8-89DF9D7B9651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B82527-A1C5-0FAB-47D5-210E6E37B3E5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8561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77FBD-80B7-4B3A-6800-AFC300419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1A9FBC4-C1C3-4C3D-782F-A320583339E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B0BB652-1591-86E8-8D55-86C5D46E4B5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0C240B8-9AC1-5129-22A3-98022E69D9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82FC98F-6926-6CE3-DE8A-B013608740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0507B1B-240E-7C9B-9735-1CE65878A68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Inserting Page Breaks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C6D448-32FF-E966-6906-2D4184F34A0A}"/>
              </a:ext>
            </a:extLst>
          </p:cNvPr>
          <p:cNvSpPr txBox="1"/>
          <p:nvPr/>
        </p:nvSpPr>
        <p:spPr>
          <a:xfrm>
            <a:off x="937484" y="1182619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Page Break Preview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BC5C75-6078-B359-490E-CEDDF9BF2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2167" y="1828950"/>
            <a:ext cx="5339032" cy="39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917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49572-D85F-A198-1E92-C3AEE58F8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2F8D359-D77D-C366-8386-90674F45CF4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99780C-0B3A-4850-EBA7-352E4099D06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D9C0017-1613-2B91-B7FA-BD64300D45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3759F1B-3BB2-F492-D402-16FF1A94F1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89FBA84-9B0F-424B-F962-CF2D36EECB23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Inserting Page Breaks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374F0-2ABA-E2D3-F7AB-2D6F4EC5E04F}"/>
              </a:ext>
            </a:extLst>
          </p:cNvPr>
          <p:cNvSpPr txBox="1"/>
          <p:nvPr/>
        </p:nvSpPr>
        <p:spPr>
          <a:xfrm>
            <a:off x="937484" y="1182619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Page Break Preview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1D412F-3513-E6E2-69E8-F976307BE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6277" y="1182619"/>
            <a:ext cx="5156629" cy="424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26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D8F39-D746-6B6F-AACC-4319CC50C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03FB74F-3356-1575-91B1-9394919735F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39B050C-FB03-872D-48C6-9822C855B6B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90E1C8B-FC96-02C1-948D-5AC6C9579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63349F6-86CB-9D14-FAB6-13E8B5515D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D0A52F2-B534-2A16-8AFB-C297ECA1D36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Inserting Page Breaks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2D659-9C5F-9ECA-F6AA-9D8EBC4D6B63}"/>
              </a:ext>
            </a:extLst>
          </p:cNvPr>
          <p:cNvSpPr txBox="1"/>
          <p:nvPr/>
        </p:nvSpPr>
        <p:spPr>
          <a:xfrm>
            <a:off x="937484" y="1182619"/>
            <a:ext cx="7585414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Add a Manual Horizontal Page Break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F5AAC1-A04D-EB0D-0277-39C2D1059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4945" y="2141205"/>
            <a:ext cx="2265296" cy="20844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F862CB-1A57-5A23-A8C8-EDDC78108F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8527" y="2141205"/>
            <a:ext cx="5093284" cy="351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702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8EA4E-E17C-A376-EA40-2911DF730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25EDD01-14EE-2A7A-5575-B1E4A0DD8AC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3EC0BF3-BE1C-392B-ADCE-3751DF02642C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103C1DC-BF00-C47D-E7A9-4BD46DC973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5CBE187-81CB-E310-C454-94F3552F39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D2FAE8C-B235-7E65-313D-4824CC8038D6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Inserting Page Breaks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5566B1-8A94-7829-9E40-9CCC009244D9}"/>
              </a:ext>
            </a:extLst>
          </p:cNvPr>
          <p:cNvSpPr txBox="1"/>
          <p:nvPr/>
        </p:nvSpPr>
        <p:spPr>
          <a:xfrm>
            <a:off x="937484" y="1182619"/>
            <a:ext cx="7585414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Insert Manual Vertical Page Break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B3F8CD-FCD5-AD97-C998-A60E065F18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181" y="2141205"/>
            <a:ext cx="6495698" cy="340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679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1BD7C4-214E-B7C8-F837-30D2B4FE0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D622A91-B4C4-8DF1-DDE1-B610260D4DB9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4F8B5AC-5CFF-EE20-1E1C-9BFB625F3F12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45435A7-C435-0EEE-CAD0-43F8BC7CE7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BDD7520-98B4-B311-0AD6-5EE1C5CA6EF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2A7447-CD28-47A1-FA38-AF637CEE11F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C07E927-3DFF-E020-1CB8-FB5D4B365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63B9643-9BEC-CA32-3459-1FE5BAA03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4E1C5D87-D88C-2FC2-15F9-9D007307088C}"/>
              </a:ext>
            </a:extLst>
          </p:cNvPr>
          <p:cNvSpPr/>
          <p:nvPr/>
        </p:nvSpPr>
        <p:spPr>
          <a:xfrm>
            <a:off x="2846717" y="2967335"/>
            <a:ext cx="83676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Print Titles and a Background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A75855-99BD-7AC3-C870-F1FCF532367F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5D2939-033B-7B4E-DADA-622ABD9091A1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77163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D6D58-5D53-A73C-E6CA-C79379C71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4A3C939-777A-3DFF-E04D-34FACBD0B79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386E3-0482-9271-1B2C-A9DDF0CF110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DBDA44D-647E-6131-B3E6-583777AA9B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7B57F08-8F1D-DC84-9A26-1E1D7BFB61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0161EEA-306C-A7B5-6AD6-0ADCDEC8CC7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Print Titles and a Background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8ECC82-2BD8-4243-C53B-37EC416DEA7A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Repeated Headers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B17C29-C01F-B9DD-0EC8-F32B9AC4A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760" y="2101109"/>
            <a:ext cx="4997255" cy="14012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22CCAB-2A7E-B6F1-F3E0-8D0D546335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4642" y="2205663"/>
            <a:ext cx="4481365" cy="14012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FF10D5-AB97-C7AB-260A-BAD53C81CD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979" y="4733070"/>
            <a:ext cx="3312646" cy="11141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D8B8E7-62D6-C4AA-EAE5-189A008356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6087" y="4250310"/>
            <a:ext cx="989237" cy="159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588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245BE-0FA7-C67C-8C8E-F6A50D914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46A5FD8-21EF-005A-7B22-DD3655EB3E1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23203A6-CD5F-ED27-C0C8-50479C9C042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D1A377B-9C5F-88FF-54BD-44CA62CDE2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F6D08D3-269E-0D52-94F7-AF2736414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9A2F862-E0F4-9D4A-F4F3-99C4B1873A9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Print Titles and a Background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B5D92F-94C1-510A-7D8B-CE06FDC0CFE4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Repeated Headers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938CA2-7EB0-E96F-AAB9-F6D2B55CA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760" y="2101109"/>
            <a:ext cx="4997255" cy="14012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B822C4-5EB7-68CB-E08C-18F30B7D50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4642" y="2205663"/>
            <a:ext cx="4481365" cy="14012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9369C5-6AA2-0913-9ABE-B8055B6D99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979" y="4733070"/>
            <a:ext cx="3312646" cy="11141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71412A-3D37-90B8-8FBC-E6523EAB95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6087" y="4250310"/>
            <a:ext cx="989237" cy="159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87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45C8E-A067-EA88-1604-C86ED8C7F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DAB9A49-6094-0119-2A08-10093FFB4AC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B278ED1-97E4-1CA3-5904-851332474B8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3732D9A-1777-DE7C-E383-E8DA4BE539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AA74726-91B5-5FCF-EB1A-B0B119C0A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8F4719D-9A20-7087-8E4D-750F7196C63D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Print Titles and a Background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097995-51CB-CD7A-F811-F1C5710D5126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Repeated Headers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A6062E-4315-156C-8CFC-1D92CD92B3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979" y="5200890"/>
            <a:ext cx="1921703" cy="6463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83E01D-651B-594C-A2F2-C0221931ED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485" y="3761116"/>
            <a:ext cx="610896" cy="9861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65DFCE-0E24-B2EF-5188-C0FE5EE501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6865" y="1598451"/>
            <a:ext cx="5128455" cy="427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362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20F14-733E-A678-C036-2227E65BB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C4706F8-53D1-B47C-AF58-F4F1D98CDAC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AAA1421-1ADF-9C00-DA6E-49846C9F2EBC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E98444A-A87F-15AF-E8C5-05A29B2CD3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149ED58-36E8-1FFC-C6C8-AF6693EA0B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7716E48-0B82-42BE-0220-A8FB319EB429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Print Titles and a Background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D1611F-78F2-7ACF-A460-7BE5A33E8775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Add Background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42D0E7-021F-9964-9DB9-139197C5A5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719183"/>
            <a:ext cx="4958766" cy="31610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52A8D8-C1EC-A787-D1EA-2509DFD1C9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9" y="4228230"/>
            <a:ext cx="3877349" cy="130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815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A3AF0-1632-F755-F6E1-ABB4673D8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0072785-716C-C481-645C-2D327FA49A9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E81006D-1EEC-F819-C6BA-57F80873E0F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58733EE-0C2A-6907-FFF2-B1BB71BE77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49F7D73-1D2E-0295-454F-078380DC55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6BF9B11-2042-4786-373E-BAF26DB829F6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Print Titles and a Background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7EABF3-AF2E-6332-8EA7-CA476C5B2D75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Add Background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57B1D0-D320-429E-B87C-91F3BAC24F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365" y="2820096"/>
            <a:ext cx="2746075" cy="17505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EB88F7-A56D-8255-9B00-D7262C0CA6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65" y="5070115"/>
            <a:ext cx="2169319" cy="7296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ABB75E-0272-4B82-8EC9-84974A3D3B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3601" y="2050292"/>
            <a:ext cx="6966787" cy="301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600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6947D-DDF4-3395-88D1-8C07BC8A2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104D917-B435-7127-A266-6F377028EE9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C010665-A556-D23F-2B44-064C54F143E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6ED5581-4B72-2AF1-A351-562E9D03A6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1AC799C-DD88-1F1A-B25F-B25E622ED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DD0E72E-7BA4-3B63-394E-8203139A5B4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Print Titles and a Background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B637F1-8E02-C2A1-E42D-51319BCDB57F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Add Background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D292B7-7B3C-801E-39CC-D6F6142360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365" y="2820096"/>
            <a:ext cx="2746075" cy="17505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DE1E6A-F0AE-0A42-6480-49246CA6CD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65" y="5070115"/>
            <a:ext cx="2169319" cy="7296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6F30D2-1C1F-DAD3-81FD-5CFB10E904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3601" y="2050292"/>
            <a:ext cx="6966787" cy="30198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EAC8DC-B2AF-99FA-3C7B-B281DFF5E6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6476" y="4879323"/>
            <a:ext cx="1179094" cy="1020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951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06ED0-A3D3-E94D-37D3-DFFBA2610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831DDF6-0518-B0C6-8CFC-61D334F89F5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176727-B0F9-DC9E-CD89-67911DFC26AC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413B255-6D8A-2656-8F14-CA488D05EA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6DC4025-3E64-C7A2-8375-D0C46F0AA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B6404D4-75B1-8F3F-D499-53499E9A9A7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Print Titles and a Background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A51969-0ECA-D469-199B-73C26546ADD2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Add Background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49CEC0-7C83-E170-CD38-15195455C7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365" y="2820096"/>
            <a:ext cx="2746075" cy="17505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BD4F38-7D2D-B792-9F53-CB4944FC40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65" y="5070115"/>
            <a:ext cx="2169319" cy="7296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62B38A-0285-9772-C1A9-FEAF46F9E3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5012" y="2217318"/>
            <a:ext cx="6854391" cy="266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828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F28F4A-E3A9-8EE9-D22A-880865097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AA062B6-F1B3-F446-3D34-AC3729BAB52E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56AB002-372C-1525-4F0A-77A42653939F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5A83482-AB57-30C8-53C8-30B80AAAD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6AB2AAB-4DDE-26D5-C023-118C4268354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C796DA8-6AE8-9B65-011E-CB999ECF1B2C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50EF364-4818-88A5-FF8F-9C2185F5E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E40713C-8972-7A1A-DABE-FB0B7F403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2A671069-6873-2F1C-5045-047C4ED542EA}"/>
              </a:ext>
            </a:extLst>
          </p:cNvPr>
          <p:cNvSpPr/>
          <p:nvPr/>
        </p:nvSpPr>
        <p:spPr>
          <a:xfrm>
            <a:off x="2846717" y="2967335"/>
            <a:ext cx="836762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Headers and Footers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579373-73A1-B295-D216-CF787EA0794E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6FAF36-7D62-AC61-98F9-31D1CBD58314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r-EG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5</a:t>
            </a:r>
            <a:endParaRPr lang="en-US" sz="7200" b="1" dirty="0">
              <a:ln w="0"/>
              <a:solidFill>
                <a:srgbClr val="0D5E3E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76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40241-965B-EDF4-CD07-D17DFE0AE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2F44A14-B5FA-B66F-94D0-4F8C3E98D08E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E9EC895-F4E3-061A-98FE-02B98F875108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052DCFA-23DF-8EA5-58A8-881A47E202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95C94F8-1573-0265-AB77-F34FCCD4E6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4EADA20-F664-C143-5BC0-2F8E7E18CE6B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Headers and Footers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83824C-04A9-574E-6F14-B441C11629B7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Page layout View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20100C-B52D-465B-BD74-1A2D780333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8428" y="1764704"/>
            <a:ext cx="7413730" cy="10130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1B286A-C620-292F-C6B1-1933C22CAD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76" y="5000639"/>
            <a:ext cx="2426747" cy="6361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7A5112-BB0D-0184-95F4-C41EC03CA8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6722" y="2943958"/>
            <a:ext cx="4476092" cy="332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421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C6DFF-C6BE-0427-4A12-22456BA6F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B028997-8304-22EA-7EAA-E869448CF8F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45EA724-2F55-FF1B-E9C3-5800E613779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9A4B40E-2CFB-61CD-86D3-1FD74E164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48325BC-B9BD-C2D2-B148-44A829C9D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FDA7AB3-15EE-2547-A3B7-DD3889A3C81C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Headers and Footers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10FAE6-E9E6-1432-4B8C-69BFBEE07A35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fr-FR" sz="3600" b="1" dirty="0" err="1">
                <a:ln/>
                <a:solidFill>
                  <a:srgbClr val="0D5E3E"/>
                </a:solidFill>
              </a:rPr>
              <a:t>Using</a:t>
            </a:r>
            <a:r>
              <a:rPr lang="fr-FR" sz="3600" b="1" dirty="0">
                <a:ln/>
                <a:solidFill>
                  <a:srgbClr val="0D5E3E"/>
                </a:solidFill>
              </a:rPr>
              <a:t> Page Setup Dialogue box</a:t>
            </a:r>
            <a:endParaRPr lang="en-US" sz="3600" b="1" dirty="0">
              <a:ln/>
              <a:solidFill>
                <a:srgbClr val="0D5E3E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AC7EA5-BA07-E848-5B49-E236A4DB7F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94561"/>
            <a:ext cx="4627644" cy="3868877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1F8FE4EE-7BB4-8232-DB1D-301BEB3A29E2}"/>
              </a:ext>
            </a:extLst>
          </p:cNvPr>
          <p:cNvGrpSpPr/>
          <p:nvPr/>
        </p:nvGrpSpPr>
        <p:grpSpPr>
          <a:xfrm>
            <a:off x="690804" y="4376495"/>
            <a:ext cx="4364275" cy="1256554"/>
            <a:chOff x="690804" y="4376495"/>
            <a:chExt cx="4364275" cy="125655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376B66A-70B6-1D44-044D-DB34F8EEE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0804" y="4376495"/>
              <a:ext cx="4295778" cy="1194612"/>
            </a:xfrm>
            <a:prstGeom prst="rect">
              <a:avLst/>
            </a:prstGeom>
          </p:spPr>
        </p:pic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EB8AEB8-DA7A-E12B-DC00-47F05453AAC6}"/>
                </a:ext>
              </a:extLst>
            </p:cNvPr>
            <p:cNvSpPr/>
            <p:nvPr/>
          </p:nvSpPr>
          <p:spPr>
            <a:xfrm>
              <a:off x="4666891" y="5313872"/>
              <a:ext cx="388188" cy="319177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847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572E0-27E9-18A9-C7B4-26767AD91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C1F1419-D0AE-99D4-4FA8-8F56407F0BC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F94D212-8BD9-C905-C259-A90BBBFEC57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DF9BE73-0406-D599-01E8-7AB54CA3B2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8EB6A4F-F71F-5149-47C9-9E178BBA80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61CF8F7-61EA-2F07-EA07-8CA7C74163DB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Headers and Footers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34819A-8647-3794-9883-306E4A6B30E8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fr-FR" sz="3600" b="1" dirty="0" err="1">
                <a:ln/>
                <a:solidFill>
                  <a:srgbClr val="0D5E3E"/>
                </a:solidFill>
              </a:rPr>
              <a:t>Using</a:t>
            </a:r>
            <a:r>
              <a:rPr lang="fr-FR" sz="3600" b="1" dirty="0">
                <a:ln/>
                <a:solidFill>
                  <a:srgbClr val="0D5E3E"/>
                </a:solidFill>
              </a:rPr>
              <a:t> Page Setup Dialogue box</a:t>
            </a:r>
            <a:endParaRPr lang="en-US" sz="3600" b="1" dirty="0">
              <a:ln/>
              <a:solidFill>
                <a:srgbClr val="0D5E3E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BD98593-4D53-C554-23D5-64CECDD99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215" y="3312543"/>
            <a:ext cx="3074889" cy="25707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7ED3990-6069-35D3-8A81-AC2E87E64F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735" y="1878211"/>
            <a:ext cx="6302759" cy="159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757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20CE2-F747-3410-3167-511544C8F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B517858-AA85-45CC-2C06-D41485A154B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C05A64-74D1-CA8C-8FA5-442ECA773168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FDB098A-5665-AFB7-FC21-EC638B151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D56577C-BE4D-CE38-BF78-D89D5FE05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D120E23-3ADE-C75A-5A48-1F0F1D218E19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Headers and Footers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180847-AA47-35CD-867F-DA0249B69ACC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fr-FR" sz="3600" b="1" dirty="0" err="1">
                <a:ln/>
                <a:solidFill>
                  <a:srgbClr val="0D5E3E"/>
                </a:solidFill>
              </a:rPr>
              <a:t>Using</a:t>
            </a:r>
            <a:r>
              <a:rPr lang="fr-FR" sz="3600" b="1" dirty="0">
                <a:ln/>
                <a:solidFill>
                  <a:srgbClr val="0D5E3E"/>
                </a:solidFill>
              </a:rPr>
              <a:t> Page Setup Dialogue box</a:t>
            </a:r>
            <a:endParaRPr lang="en-US" sz="3600" b="1" dirty="0">
              <a:ln/>
              <a:solidFill>
                <a:srgbClr val="0D5E3E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DDEA1D-F559-505B-73FC-6F53652340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215" y="3312543"/>
            <a:ext cx="3074889" cy="2570718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388443-3366-2271-BE4D-1880F18176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7878" y="1848705"/>
            <a:ext cx="5831457" cy="271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674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B890-6699-00C4-4593-30173DDD6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23E44DB-9192-02E6-F3B4-AD39D581B03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B54B4B2-3D51-25A3-C1B6-15325879044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7637D7-3BCE-D71F-D7AD-A49B73EE0B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3BAF28F-8CCF-D0CA-ADED-88B240B79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713E67C-0D1A-84F9-FBC6-D61DFAD262FC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Headers and Footers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2DBC93-ABCE-738B-9534-AEBD37E70D85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fr-FR" sz="3600" b="1" dirty="0" err="1">
                <a:ln/>
                <a:solidFill>
                  <a:srgbClr val="0D5E3E"/>
                </a:solidFill>
              </a:rPr>
              <a:t>Using</a:t>
            </a:r>
            <a:r>
              <a:rPr lang="fr-FR" sz="3600" b="1" dirty="0">
                <a:ln/>
                <a:solidFill>
                  <a:srgbClr val="0D5E3E"/>
                </a:solidFill>
              </a:rPr>
              <a:t> Page Setup Dialogue box</a:t>
            </a:r>
            <a:endParaRPr lang="en-US" sz="3600" b="1" dirty="0">
              <a:ln/>
              <a:solidFill>
                <a:srgbClr val="0D5E3E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5C057F5-3845-D384-59A0-6715253315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215" y="3312543"/>
            <a:ext cx="3074889" cy="25707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14479E6-E8B3-C1D8-54AA-4CD240411A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8969" y="1723593"/>
            <a:ext cx="5311303" cy="3735884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EF2C6F8-A8BB-065B-9A27-A06AFB3DEDA3}"/>
              </a:ext>
            </a:extLst>
          </p:cNvPr>
          <p:cNvSpPr/>
          <p:nvPr/>
        </p:nvSpPr>
        <p:spPr>
          <a:xfrm>
            <a:off x="2553419" y="5434642"/>
            <a:ext cx="517585" cy="21566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721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B8DB3-9C40-1B25-D879-4CEE38631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7416415-5799-0559-31E6-28B6F2392FF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00405CE-CFAD-A4A6-57FD-59C4EECD1AF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DA8E8A1-5DCC-2747-42E8-105B01A853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7B1C12B-7925-5756-8D06-2EED6BBBEC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1893FCE-C74D-E153-43C9-5B9C5DF5281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Headers and Footers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AC5C25-577D-4B62-B7FB-5DCE4EF22D50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fr-FR" sz="3600" b="1" dirty="0">
                <a:ln/>
                <a:solidFill>
                  <a:srgbClr val="0D5E3E"/>
                </a:solidFill>
              </a:rPr>
              <a:t>Custom Header and </a:t>
            </a:r>
            <a:r>
              <a:rPr lang="fr-FR" sz="3600" b="1" dirty="0" err="1">
                <a:ln/>
                <a:solidFill>
                  <a:srgbClr val="0D5E3E"/>
                </a:solidFill>
              </a:rPr>
              <a:t>Footer</a:t>
            </a:r>
            <a:endParaRPr lang="en-US" sz="3600" b="1" dirty="0">
              <a:ln/>
              <a:solidFill>
                <a:srgbClr val="0D5E3E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F051957-271C-9497-223D-2F4910CDE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6200" y="1598451"/>
            <a:ext cx="5359879" cy="4481052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4BB64BB-5067-325E-9FEB-71803BA31FC0}"/>
              </a:ext>
            </a:extLst>
          </p:cNvPr>
          <p:cNvSpPr/>
          <p:nvPr/>
        </p:nvSpPr>
        <p:spPr>
          <a:xfrm>
            <a:off x="4630200" y="3254317"/>
            <a:ext cx="1147313" cy="28035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660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4D70C-41A8-C7E9-2CAC-200260D7D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DE13B6D-37BC-C68B-B03A-3FC8FCE9117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884F297-1371-4E9E-890D-E43DBEC4ACE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F674D34-F75C-7FC2-0165-7ED4BAB7CD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22BA782-8D83-F903-05B8-0E1E0C5A6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B370DF-7896-97EE-D224-2867D067FB0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Headers and Footers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3D2309-43E2-B15D-4736-3A743E4B2DC1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fr-FR" sz="3600" b="1" dirty="0">
                <a:ln/>
                <a:solidFill>
                  <a:srgbClr val="0D5E3E"/>
                </a:solidFill>
              </a:rPr>
              <a:t>Custom Header and </a:t>
            </a:r>
            <a:r>
              <a:rPr lang="fr-FR" sz="3600" b="1" dirty="0" err="1">
                <a:ln/>
                <a:solidFill>
                  <a:srgbClr val="0D5E3E"/>
                </a:solidFill>
              </a:rPr>
              <a:t>Footer</a:t>
            </a:r>
            <a:endParaRPr lang="en-US" sz="3600" b="1" dirty="0">
              <a:ln/>
              <a:solidFill>
                <a:srgbClr val="0D5E3E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03A1EFB-7428-6571-3B53-1E7E9CFA6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915" y="3338423"/>
            <a:ext cx="2979434" cy="249091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536ECBD-D6B0-AEA6-EACF-D54DAEAB58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8592" y="2068308"/>
            <a:ext cx="5444645" cy="29277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D799F2C-C516-30B4-050C-B8F7BC9BB0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4243" y="3252156"/>
            <a:ext cx="4027787" cy="439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194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DA24B-7A3F-9CD5-587D-16F956AA7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690BF48-C2E2-BAA2-6197-A445AB37D35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1718D0B-F035-1F61-B883-34E6117761E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63B75F0-93BA-C81C-6583-3B914A717D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1ADE881-558D-BF1A-46A4-E50CD9AC7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A9FFCD6-8FBC-AB05-4904-56F400119CAE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Headers and Footers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FB1537-C777-FDFC-650D-A5B56404BECC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fr-FR" sz="3600" b="1" dirty="0">
                <a:ln/>
                <a:solidFill>
                  <a:srgbClr val="0D5E3E"/>
                </a:solidFill>
              </a:rPr>
              <a:t>Custom Header and </a:t>
            </a:r>
            <a:r>
              <a:rPr lang="fr-FR" sz="3600" b="1" dirty="0" err="1">
                <a:ln/>
                <a:solidFill>
                  <a:srgbClr val="0D5E3E"/>
                </a:solidFill>
              </a:rPr>
              <a:t>Footer</a:t>
            </a:r>
            <a:endParaRPr lang="en-US" sz="3600" b="1" dirty="0">
              <a:ln/>
              <a:solidFill>
                <a:srgbClr val="0D5E3E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1B77566-27C1-A342-7C47-F213141EF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915" y="3338423"/>
            <a:ext cx="2979434" cy="2490914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FD390C-D83D-8B2B-3167-4FF5702203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5439" y="2559038"/>
            <a:ext cx="7460646" cy="173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879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4C01C-D253-0620-7AC5-97D8D26B7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7BAD81F-FFEC-0F1B-2476-32F21AE124E0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8FD258C-63CC-8A47-4F3D-6887CCBBB6B8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3B135E2-7A1D-5CF7-5E31-37F22F72C0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2964E8A-0477-A0D2-78B7-79C80B3F4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51718C4-DC40-0595-A020-0070FF078F5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Headers and Footers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5A2028-F639-054C-A61C-30F3BBC609F1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fr-FR" sz="3600" b="1" dirty="0">
                <a:ln/>
                <a:solidFill>
                  <a:srgbClr val="0D5E3E"/>
                </a:solidFill>
              </a:rPr>
              <a:t>Custom Header and </a:t>
            </a:r>
            <a:r>
              <a:rPr lang="fr-FR" sz="3600" b="1" dirty="0" err="1">
                <a:ln/>
                <a:solidFill>
                  <a:srgbClr val="0D5E3E"/>
                </a:solidFill>
              </a:rPr>
              <a:t>Footer</a:t>
            </a:r>
            <a:endParaRPr lang="en-US" sz="3600" b="1" dirty="0">
              <a:ln/>
              <a:solidFill>
                <a:srgbClr val="0D5E3E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48DB429-84B8-88C6-9A1D-6D3337773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915" y="3338423"/>
            <a:ext cx="2979434" cy="2490914"/>
          </a:xfrm>
          <a:prstGeom prst="rect">
            <a:avLst/>
          </a:prstGeom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194305-8B3C-A7C1-4521-F2401489E7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903" y="2068308"/>
            <a:ext cx="6292242" cy="292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407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D0609-D734-DD19-112E-7FF65F1B7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73FC4F8-D535-A5BF-5624-B7F702DDEED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84F9EAE-7F4D-CD07-559F-89997F41A3B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840F96D-3A55-2D96-5B18-B342A0C90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7882EFD-8E19-B7A7-5448-9FAA1B02A9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13BF0AA-D77F-7770-52BD-979087DD4ED6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Headers and Footers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B2631E-E7BB-AB2A-B9BF-CAA01292C3BE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fr-FR" sz="3600" b="1" dirty="0">
                <a:ln/>
                <a:solidFill>
                  <a:srgbClr val="0D5E3E"/>
                </a:solidFill>
              </a:rPr>
              <a:t>Custom Header and </a:t>
            </a:r>
            <a:r>
              <a:rPr lang="fr-FR" sz="3600" b="1" dirty="0" err="1">
                <a:ln/>
                <a:solidFill>
                  <a:srgbClr val="0D5E3E"/>
                </a:solidFill>
              </a:rPr>
              <a:t>Footer</a:t>
            </a:r>
            <a:endParaRPr lang="en-US" sz="3600" b="1" dirty="0">
              <a:ln/>
              <a:solidFill>
                <a:srgbClr val="0D5E3E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C20DEA2-DA88-A818-EA5A-89D47C8CB2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915" y="3338423"/>
            <a:ext cx="2979434" cy="24909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27B8BA-0F68-66AB-6BE2-1C4BF53875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1119" y="1622266"/>
            <a:ext cx="6297007" cy="4442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C9F034E-7185-5248-C4B3-9670A3460C18}"/>
              </a:ext>
            </a:extLst>
          </p:cNvPr>
          <p:cNvSpPr/>
          <p:nvPr/>
        </p:nvSpPr>
        <p:spPr>
          <a:xfrm>
            <a:off x="2553419" y="5374257"/>
            <a:ext cx="500332" cy="1968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7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56066-E060-46A4-1754-6F479F6A8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E13E8A0-28AF-36E3-48B9-FEDF9423EBC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7948367-849A-DADF-2168-61CB2468973E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85FAA3B-8EE4-C5D6-2C24-B697DC657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8564F6E-5FA2-D746-AE2A-00950F5F7D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1B3A3BB-FD7D-7CC5-0B84-948E2D612331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Headers and Footers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50BCAB-1923-E9C2-11F3-4515CE59C4D1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fr-FR" sz="3600" b="1" dirty="0">
                <a:ln/>
                <a:solidFill>
                  <a:srgbClr val="0D5E3E"/>
                </a:solidFill>
              </a:rPr>
              <a:t>Page </a:t>
            </a:r>
            <a:r>
              <a:rPr lang="fr-FR" sz="3600" b="1" dirty="0" err="1">
                <a:ln/>
                <a:solidFill>
                  <a:srgbClr val="0D5E3E"/>
                </a:solidFill>
              </a:rPr>
              <a:t>Layout</a:t>
            </a:r>
            <a:r>
              <a:rPr lang="fr-FR" sz="3600" b="1" dirty="0">
                <a:ln/>
                <a:solidFill>
                  <a:srgbClr val="0D5E3E"/>
                </a:solidFill>
              </a:rPr>
              <a:t> </a:t>
            </a:r>
            <a:r>
              <a:rPr lang="fr-FR" sz="3600" b="1" dirty="0" err="1">
                <a:ln/>
                <a:solidFill>
                  <a:srgbClr val="0D5E3E"/>
                </a:solidFill>
              </a:rPr>
              <a:t>View</a:t>
            </a:r>
            <a:endParaRPr lang="en-US" sz="3600" b="1" dirty="0">
              <a:ln/>
              <a:solidFill>
                <a:srgbClr val="0D5E3E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6C13F3-4303-2C50-4072-1A601ADBE0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2610" y="2290862"/>
            <a:ext cx="6434960" cy="133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200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3017B8-4657-3E1E-CA70-121AAF67D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A3B2B2E-7D26-83A5-EBFD-CC3D1A384B80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D1B4998-C5EB-F9E4-C124-A87BAFAC4394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1D43E12-FB5F-254D-BEFF-14CBE99AFD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70068A-A1E1-34E1-1C41-74D8C8D98BE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918A214-28E8-6AD0-F760-CB8DF424EEF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605107D-6916-389E-4EAD-408D6BCD83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F5E376E-EA5B-1DE5-3E12-FCD573290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E2854A7D-4252-3E11-3C5C-181F73E53084}"/>
              </a:ext>
            </a:extLst>
          </p:cNvPr>
          <p:cNvSpPr/>
          <p:nvPr/>
        </p:nvSpPr>
        <p:spPr>
          <a:xfrm>
            <a:off x="2846717" y="2967335"/>
            <a:ext cx="836762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Printing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5E699-D0E4-618A-08B6-283A6E89772A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338E87-8A26-764E-90F9-57E1952731D8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r-EG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6</a:t>
            </a:r>
            <a:endParaRPr lang="en-US" sz="7200" b="1" dirty="0">
              <a:ln w="0"/>
              <a:solidFill>
                <a:srgbClr val="0D5E3E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686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7D3D8-CC7D-C41E-4C27-85D8F0BE8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13F79AF-885C-4092-0432-C393E4F83AB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9CA984C-9D8B-C8DF-B428-D39194B0CB3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FCA102A-70FB-D45C-8574-F9F04102F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8346F27-FB5E-A55C-C9C7-951DC2AEC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02F3DE3-113C-FE5C-CB79-F4C56ED5622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Printing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1889C8-E62A-517D-740D-FF2B7303A86D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a.	File </a:t>
            </a:r>
            <a:r>
              <a:rPr lang="en-US" sz="3600" b="1" dirty="0">
                <a:ln/>
                <a:solidFill>
                  <a:srgbClr val="0D5E3E"/>
                </a:solidFill>
                <a:sym typeface="Wingdings" panose="05000000000000000000" pitchFamily="2" charset="2"/>
              </a:rPr>
              <a:t></a:t>
            </a:r>
            <a:r>
              <a:rPr lang="en-US" sz="3600" b="1" dirty="0">
                <a:ln/>
                <a:solidFill>
                  <a:srgbClr val="0D5E3E"/>
                </a:solidFill>
              </a:rPr>
              <a:t> Print.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CBC183-0769-B09F-A17F-C163EE636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6139" y="1770202"/>
            <a:ext cx="6915943" cy="37281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FD6866-1895-DCC4-78E6-4D3E9D26D1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193" y="4989663"/>
            <a:ext cx="1836407" cy="52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271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D6716-3E7B-5071-8965-A537FA20B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2421BE6-CDB7-F0A6-5D6B-F32A071C6D3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69CFB6D-2FFA-EEF9-70BD-953E840CC40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E6BB3AE-E5F0-63CB-847E-E3251B10EE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2F0EA31-85F5-41DF-67B3-70DF383944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7EB6E9D-95A4-1CE1-111F-1A4353BA7391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Printing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59AABB-199A-15EC-4C5F-990C0C60D60B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Print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B62727-FA49-78A7-8F78-44EE46276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6884" y="1410605"/>
            <a:ext cx="3837547" cy="217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61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429A7-B2F8-03BC-487D-3AD64058D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245D27E-DA25-F3D0-6DD3-2653F4BFBB90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053CCCC-23A0-3FEA-8499-3C3848862D5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F2B24C1-19A0-0153-56C4-221D7426DF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E71E9C2-8BE2-D0A4-9F98-9EABB4E845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ACBC51E-4201-BB29-0A1E-14CA3DDFA1F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Printing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C8B3E8-79C5-C88F-76AE-F575179352C3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Select Printer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5A0A94-86FD-FEE0-4E95-4112AFB99B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2598" y="1598451"/>
            <a:ext cx="3868542" cy="446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534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A6AB4-F9B1-545F-6232-76F73E7C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3091F9D-B990-4532-887A-1E350384C73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EDAD9C4-DD87-7F91-4D60-4F9B0BE7EBD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936B07C-DB5C-A1DD-0D28-E5D9F4A62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17FAE6B-2E9A-9203-C697-0103DD0C14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1609774-7B94-1AC2-126D-7C225DA55076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Printing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971465-6B07-3090-5327-BD26A2F7F419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Add Printer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4C2120-BD9A-62AC-1E82-74CF8927BF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780" y="2674188"/>
            <a:ext cx="2869108" cy="331103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EA2E368-D40E-5BA5-2C90-10A490A19C65}"/>
              </a:ext>
            </a:extLst>
          </p:cNvPr>
          <p:cNvSpPr/>
          <p:nvPr/>
        </p:nvSpPr>
        <p:spPr>
          <a:xfrm>
            <a:off x="1552755" y="5495026"/>
            <a:ext cx="603849" cy="21566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B8C02F-3768-A693-8DF8-5E3E4A8F7A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125" y="1912424"/>
            <a:ext cx="6275809" cy="331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723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87906-AA85-8A0D-F3A4-CB7CC27B2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EF95EAE-6064-9CF0-F0C8-0C6ADC89F0B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B86C978-6C6E-0159-D62B-866DDF5AA1D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913A7E6-30F7-528B-AEAF-425FE8508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C421092-99DE-B528-A559-DF1DA0F6F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0D1C3C4-28FA-BA98-EA5F-4D5B8A137A19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Printing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BB4056-0191-C075-7736-676F30B260B1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Print Settings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982B4A-504B-BF35-031D-7FF871380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0199" y="1275285"/>
            <a:ext cx="3134011" cy="452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223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EC2BB-42C8-47EC-8C07-048308C38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43BB4CB-45E8-CD2C-D480-45434DFA684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7320533-01AD-4428-FDFC-7414F3CB99F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2B26156-3689-BCEE-FBBD-77A60CA5F8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521FCDA-59A1-166E-57F5-7D6E65F08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51F1D2C-7458-917C-74E7-F46092560A41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Printing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1E507F-45FB-44AE-F52B-DA8322A699B3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What to Print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5ACD11-1E5B-375A-524C-322B9A475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317" y="3071003"/>
            <a:ext cx="1873740" cy="27083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66C8E05-8A09-696A-340D-45C5195819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571" y="1598451"/>
            <a:ext cx="3810562" cy="356376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5C258F6-3A25-B85D-5610-7BB6C1D545F0}"/>
              </a:ext>
            </a:extLst>
          </p:cNvPr>
          <p:cNvSpPr/>
          <p:nvPr/>
        </p:nvSpPr>
        <p:spPr>
          <a:xfrm>
            <a:off x="1250830" y="3269411"/>
            <a:ext cx="1578634" cy="3105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6589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6C8E0-DFF2-380E-6CEF-7CC5F6E27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4876FEC-F43A-8168-2A5A-9E74FB69787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283F70-9165-3905-4908-0500441FD29C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BE8F334-1A24-6AB8-D1B0-B690172D7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BDD5DE9-6DA1-5C1A-91B0-08313702A9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5271B8C-15AE-5DE5-A1B9-08FCA44462A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Printing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36D9C5-088D-637E-EBB1-8CC14AA7A154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Pages to Print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33C309-5F1A-0B7A-8297-9FCD8D80D9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316" y="2159615"/>
            <a:ext cx="2504283" cy="36196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D8384B-2D5E-4F61-CBA0-91EE661C37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2135" y="2655497"/>
            <a:ext cx="3505277" cy="41824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FE0544A-3D91-C1CE-C5CC-3444722ED0DF}"/>
              </a:ext>
            </a:extLst>
          </p:cNvPr>
          <p:cNvSpPr/>
          <p:nvPr/>
        </p:nvSpPr>
        <p:spPr>
          <a:xfrm>
            <a:off x="1266259" y="2812862"/>
            <a:ext cx="2123921" cy="3105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5877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8F494-0045-E115-470C-E21311FBD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D5B8EBE-B0B5-6BF1-6BAD-9629300CD66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F1DB134-BE18-60D5-6B2E-996C79B3D79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1EBF101-213B-5599-BA1C-82D3F54129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072E9D7-DFB0-3333-C46A-424BDA6116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28CF2E0-82CE-A246-50A1-3029A08DF0FE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Printing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8A6361-A319-E775-6A1E-2FC548AA6283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Collate Copies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824234-E8BB-A736-E86C-29EAE3B23A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316" y="2159615"/>
            <a:ext cx="2504283" cy="361969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9460B8-15DF-FBC5-66E5-2FF58B6839C5}"/>
              </a:ext>
            </a:extLst>
          </p:cNvPr>
          <p:cNvSpPr/>
          <p:nvPr/>
        </p:nvSpPr>
        <p:spPr>
          <a:xfrm>
            <a:off x="1233577" y="3429000"/>
            <a:ext cx="2199736" cy="4960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35A5C5-1119-2724-5064-86E816F215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2644" y="1999673"/>
            <a:ext cx="4051853" cy="24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8754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2DDC2-EE84-59D1-7398-20C19E99E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AEC1E09-7949-7647-B950-9FB8F71C17C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7A365D7-BD2C-C384-699A-73D328ACD9B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424E763-5731-125C-14E6-89E7C8FC8F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85D8937-CBB1-D60A-5A57-7235E6A54A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DF38AA4-B9E9-1223-93FE-5EF9864DC52B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Printing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44BFBF-2825-1886-C760-D7EE803A7448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Orientation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98FBF3-7C20-0887-5265-3C30A0C7C2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316" y="2159615"/>
            <a:ext cx="2504283" cy="361969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B5C4873-5DA3-F822-9F8D-120793A7070B}"/>
              </a:ext>
            </a:extLst>
          </p:cNvPr>
          <p:cNvSpPr/>
          <p:nvPr/>
        </p:nvSpPr>
        <p:spPr>
          <a:xfrm>
            <a:off x="1233577" y="3877567"/>
            <a:ext cx="2199736" cy="4960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F95EC1-3B23-30C6-E023-37530CE1CE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8212" y="2032066"/>
            <a:ext cx="3729690" cy="2199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3864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804A7-E02A-E472-7F56-5913B6EF9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4C278A8-D236-DFD7-4B3E-F7F27BD2FA2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7D891EC-0B5A-5571-8288-B9946A2B15E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61B7FF7-510F-F8F7-EC66-0372D6388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E6923AD-9662-FAB4-06BF-B4ADBD230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354DAA5-A5D9-752B-0E6B-8F64D04AACF3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Printing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8DB030-E720-614F-BFED-0B75BBFCD75F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Paper Size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65A954-D235-F3B6-D58C-745E8D1B9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316" y="2159615"/>
            <a:ext cx="2504283" cy="361969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95CE467-1313-42BA-2CA2-CFF6BC489336}"/>
              </a:ext>
            </a:extLst>
          </p:cNvPr>
          <p:cNvSpPr/>
          <p:nvPr/>
        </p:nvSpPr>
        <p:spPr>
          <a:xfrm>
            <a:off x="1233577" y="4283011"/>
            <a:ext cx="2199736" cy="4960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7F62C5-9233-3B57-0EF7-55A6C20522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1341" y="1261653"/>
            <a:ext cx="2096334" cy="4356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278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09AE1-1344-4670-2AC0-5815AE018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23773A3-958A-31E6-CA81-9A830AF3BE49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8C9F48C-4254-A3E7-A68C-3410DDE7CFBC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C42A925-1CE1-4E79-5CFA-AD584ABC61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D17B042-466B-F24C-3716-ACFCB9826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C2816E4-1CCB-2EA2-23C8-7F19DADC0FB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Printing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9F12E2-2EFD-FF14-AF92-1FCA9B379ADE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Margins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5126EA-DD09-32A3-1E46-0B8B5E3DD7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316" y="2159615"/>
            <a:ext cx="2504283" cy="361969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D065131-AC9E-743D-D55D-96DBA1649926}"/>
              </a:ext>
            </a:extLst>
          </p:cNvPr>
          <p:cNvSpPr/>
          <p:nvPr/>
        </p:nvSpPr>
        <p:spPr>
          <a:xfrm>
            <a:off x="1233577" y="4679819"/>
            <a:ext cx="2199736" cy="4960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4FCE0D-958B-8EF0-21A0-3E79C754D2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3322" y="1468030"/>
            <a:ext cx="2907651" cy="417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118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CE7C0-97C5-429A-09E8-3704F62CC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51D363D-1A70-22D7-2BE3-983517913BFE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179BC5C-8A9F-78F9-9905-29E32B89460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85F0550-49E4-6320-17BD-5A4F723B1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ED8B19D-DD95-613D-08FF-CFDE08B63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9162FB9-F66C-0402-AD33-ED64673D1A11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Printing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B98FC7-6AE7-D3F8-653C-9288D00A7892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Print Scaling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4DEEB4-9EEA-3332-A81F-4D7BD412F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316" y="2159615"/>
            <a:ext cx="2504283" cy="361969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C4AEFD1-A934-C456-2400-15DE26B14222}"/>
              </a:ext>
            </a:extLst>
          </p:cNvPr>
          <p:cNvSpPr/>
          <p:nvPr/>
        </p:nvSpPr>
        <p:spPr>
          <a:xfrm>
            <a:off x="1233577" y="5076627"/>
            <a:ext cx="2199736" cy="4960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E6FF11-C1BB-7542-10FE-8322EBE871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7779" y="1771757"/>
            <a:ext cx="2586624" cy="358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5577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4A915-5B77-523B-D7E9-8AD79E645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014A1F7-C399-B1BE-F8FB-7B8238F1D0E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C69CD0A-3C03-3FE4-B1E5-6AEDEA417E1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B9647B0-7677-A0B8-7095-51FBB0B21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CC3963A-9B44-9A65-AE94-11A53CD5F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4812673-FAED-5F8B-4B26-CAA67DA2190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Printing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4500ED-6B13-E234-3C15-D7297B4A6D55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Print Scaling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99BF3F-A899-C7B8-C6BF-67BF3FA20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316" y="2159615"/>
            <a:ext cx="2504283" cy="361969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C56FD3F-5F16-63CB-110E-773EC39DA7BC}"/>
              </a:ext>
            </a:extLst>
          </p:cNvPr>
          <p:cNvSpPr/>
          <p:nvPr/>
        </p:nvSpPr>
        <p:spPr>
          <a:xfrm>
            <a:off x="1233577" y="5076627"/>
            <a:ext cx="2199736" cy="4960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412DB7-EF77-4961-8E7F-84E5F7B4F1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7528" y="2056429"/>
            <a:ext cx="2586624" cy="358761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F5ECEA8-F529-AECA-D09F-88C70BD68FED}"/>
              </a:ext>
            </a:extLst>
          </p:cNvPr>
          <p:cNvSpPr/>
          <p:nvPr/>
        </p:nvSpPr>
        <p:spPr>
          <a:xfrm>
            <a:off x="4410972" y="4728695"/>
            <a:ext cx="2199736" cy="4960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04B319-6294-E400-2A7A-8B1D53EBF7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4081" y="1784072"/>
            <a:ext cx="4073260" cy="342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4022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6A50D-8274-6C47-4636-49E62AE31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38769B0-8595-354E-147C-89C2935FA99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368EB5-30AD-7344-E89C-10724AD1B9E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6E288D1-18C7-B7E9-562D-49DB0F279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BC6A556-F739-D8D4-1D22-FC0F8A56C8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AE640B1-C2A1-9B87-4D12-93FE22C7962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Printing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A3040F-71D6-BEA7-296F-51F55613BF10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Print Scaling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13A502-4C18-0101-B230-BD6FEC840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316" y="2159615"/>
            <a:ext cx="2504283" cy="361969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0C4F774-BF3F-4591-973A-6B97D9A2F17C}"/>
              </a:ext>
            </a:extLst>
          </p:cNvPr>
          <p:cNvSpPr/>
          <p:nvPr/>
        </p:nvSpPr>
        <p:spPr>
          <a:xfrm>
            <a:off x="1233577" y="5076627"/>
            <a:ext cx="2199736" cy="4960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9DF26C-3CBD-C452-B058-B0ADD8AE24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7860" y="3648974"/>
            <a:ext cx="1432200" cy="19864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6B2442-91CE-FFAC-5C77-311BF83FA7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4825" y="3183146"/>
            <a:ext cx="2919368" cy="24522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629FB6-4F04-1390-A5FF-F106AE94DF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4824" y="1248462"/>
            <a:ext cx="5179017" cy="142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5426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8D622-BCDF-AFD1-CF31-9E7C312B3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A1F654A-89E1-6FDE-6177-B7BDF7EB593F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1031954-EE76-8039-39A9-5E00E07F7CC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498C08E-8867-DE15-2433-411EC9E35D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49CA81D-3B59-0219-3158-2C955756D3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A106F52-25F1-4D69-2231-5185CD46D249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Printing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9A9E67-4EE2-48AF-A34E-A4BDFE0C5DE7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Print to PDF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71339F-3AD5-EFE8-95FB-5A4A20F89D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7036" y="1781213"/>
            <a:ext cx="4442510" cy="254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448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6F579-7F00-AAF3-ACD8-FB1BAB640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B65BA57-01DD-17F2-43E0-6A1D375E003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254690A-B813-E936-D148-200B88254A1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266AC3C-4409-B4D2-C94E-1AFC1F46B2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33659F2-FAA7-EE2A-DEA3-F1B62D77C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94BF9E8-AEA1-5704-DC3B-DA9BAF8FF3F6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Printing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A56CB5-34AB-15DC-DCDA-748AB62220A1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Print to PDF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0F9CAF-0AAF-3873-E313-FBC76B8B0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6968" y="2756604"/>
            <a:ext cx="2896192" cy="16563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46B188-6880-0828-B301-62B3E7A323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3016" y="1909186"/>
            <a:ext cx="5367256" cy="3032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1300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A2E17-CE67-8030-7EEE-8D0ED91C6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AE1962A-29C1-DC33-752E-9C5CCE55532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F84FD08-18E4-6F6B-3A16-01885AEF834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1E8ABFF-433A-E11C-8BFD-981C47432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80C4ABB-83B0-9DF3-933E-963320DA2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1A312FF-B990-287C-CBD0-BA3200EE30F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Printing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7B0D03-D8BB-90A5-057D-BBB59098D8EC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Save As PDF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B97A55-1FCB-EEC6-C4D6-F4B62C46F2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1722" y="1033818"/>
            <a:ext cx="5805576" cy="494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362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F6755-B136-8E8B-16E2-ADC774A72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7A1D35D-2F8B-A59C-FD9E-02D2B8939F90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CAC40BF-6E6B-CA76-0FFA-6CCE2EA562C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F1ECE6E-B9D9-4CDA-1392-991BE880D1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E9D6305-D34F-EB86-2660-F93853BB5A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60DB173-44A8-F9BA-C898-8404C3540516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Printing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24E6F0-BBCA-E5CD-E08E-0D9B87B80627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Save As PDF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9A1071-C73E-96A6-D921-5A4FD900A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193" y="2288553"/>
            <a:ext cx="3557883" cy="303350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F7DC0DE-2D7A-0EC5-4A93-41C2CE4F24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0184" y="253336"/>
            <a:ext cx="4864208" cy="582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8319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3298E-4A1F-B2CF-AB47-10BE9A933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9C86C6E-ADEC-35B7-2ED4-7D9CA309A20F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41EC6D2-84AB-0531-03C2-90A5BAE4EDC7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79C2658-3BB8-5877-90AB-9E22C4714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106282-E3BE-E703-AC1D-B0875EE22E2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F8D3D94-1C3C-044A-D9F7-9C81857F0AD5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9521F90-8347-64C3-1CEF-58D2838F2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0E922CD-9EC1-0BED-9FFC-F2450A874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A2D961F-11A9-03CA-3FFD-35110BC9E25E}"/>
              </a:ext>
            </a:extLst>
          </p:cNvPr>
          <p:cNvSpPr/>
          <p:nvPr/>
        </p:nvSpPr>
        <p:spPr>
          <a:xfrm>
            <a:off x="1207698" y="3226706"/>
            <a:ext cx="1084627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Printing Worksheets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052C5-0A0B-4147-EBF9-ADE7C83EF780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864B2E-C5D9-1E89-5939-8BB4C27D3741}"/>
              </a:ext>
            </a:extLst>
          </p:cNvPr>
          <p:cNvSpPr/>
          <p:nvPr/>
        </p:nvSpPr>
        <p:spPr>
          <a:xfrm>
            <a:off x="570235" y="1737554"/>
            <a:ext cx="418381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Exam </a:t>
            </a:r>
            <a:r>
              <a:rPr lang="ar-EG" sz="72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9</a:t>
            </a:r>
            <a:endParaRPr lang="en-US" sz="7200" b="1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68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11D9F-39BD-EFAD-F025-E7750B014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E8C5C3A-396F-AF65-B10B-85C269D949C9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F1E5708-7906-E4EF-DB04-B83D3ABE587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18F8F71-C863-547F-0E21-C77F1F87E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16E8C30-600F-1A44-B0F7-7EA16228E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498868E-BEFC-143B-EE0B-A247BD57E98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Exam </a:t>
            </a:r>
            <a:r>
              <a:rPr lang="ar-EG" sz="4000" b="1" dirty="0">
                <a:solidFill>
                  <a:schemeClr val="bg1"/>
                </a:solidFill>
                <a:latin typeface="Montserrat Bold" panose="00000800000000000000" pitchFamily="2" charset="0"/>
              </a:rPr>
              <a:t>9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: Printing Worksheets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27FA3F-3152-67F6-1522-57AF1B3859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826" y="1518249"/>
            <a:ext cx="10349437" cy="294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13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14453-A271-AE55-3DCF-FDFFA3A55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E63C2BB-8237-CF0E-1838-18C686ABE229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8A9B90F-5266-4857-E7C7-97A060D275A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7BC81C9-715A-94E2-0846-9DA49ED1B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E2B89C8-0B21-0A30-4820-10DBCE543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9EEE2E8-655F-7794-2BC3-4BDE355D08D3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Exam </a:t>
            </a:r>
            <a:r>
              <a:rPr lang="ar-EG" sz="4000" b="1" dirty="0">
                <a:solidFill>
                  <a:schemeClr val="bg1"/>
                </a:solidFill>
                <a:latin typeface="Montserrat Bold" panose="00000800000000000000" pitchFamily="2" charset="0"/>
              </a:rPr>
              <a:t>9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: Printing Worksheets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050286-1E77-CCB3-BDC0-47A09B332CDD}"/>
              </a:ext>
            </a:extLst>
          </p:cNvPr>
          <p:cNvSpPr txBox="1"/>
          <p:nvPr/>
        </p:nvSpPr>
        <p:spPr>
          <a:xfrm>
            <a:off x="1632548" y="1731732"/>
            <a:ext cx="8175685" cy="210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200"/>
              </a:spcBef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Headers and Footers</a:t>
            </a:r>
          </a:p>
          <a:p>
            <a:pPr marL="342900" marR="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Add a header to the workbook that displays the workbook name.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Add a footer to the workbook that displays the date and the page number. </a:t>
            </a:r>
          </a:p>
        </p:txBody>
      </p:sp>
    </p:spTree>
    <p:extLst>
      <p:ext uri="{BB962C8B-B14F-4D97-AF65-F5344CB8AC3E}">
        <p14:creationId xmlns:p14="http://schemas.microsoft.com/office/powerpoint/2010/main" val="1167325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97FAC-FA27-6154-F630-7A27A9D0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PNGs for Free Download">
            <a:extLst>
              <a:ext uri="{FF2B5EF4-FFF2-40B4-BE49-F238E27FC236}">
                <a16:creationId xmlns:a16="http://schemas.microsoft.com/office/drawing/2014/main" id="{D86052A5-E49F-683D-11A4-EE05211AF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95438"/>
            <a:ext cx="7620000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412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1862</TotalTime>
  <Words>547</Words>
  <Application>Microsoft Office PowerPoint</Application>
  <PresentationFormat>Widescreen</PresentationFormat>
  <Paragraphs>179</Paragraphs>
  <Slides>68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68</vt:i4>
      </vt:variant>
    </vt:vector>
  </HeadingPairs>
  <TitlesOfParts>
    <vt:vector size="81" baseType="lpstr">
      <vt:lpstr>Aptos</vt:lpstr>
      <vt:lpstr>Aptos Display</vt:lpstr>
      <vt:lpstr>Arial</vt:lpstr>
      <vt:lpstr>Arial Black</vt:lpstr>
      <vt:lpstr>Calibri</vt:lpstr>
      <vt:lpstr>Calibri Light</vt:lpstr>
      <vt:lpstr>Montserrat Bold</vt:lpstr>
      <vt:lpstr>Montserrat SemiBold</vt:lpstr>
      <vt:lpstr>Open Sans SemiBold</vt:lpstr>
      <vt:lpstr>Wingdings</vt:lpstr>
      <vt:lpstr>Retrospect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 F. Huda</dc:creator>
  <cp:lastModifiedBy>Said Fawzy</cp:lastModifiedBy>
  <cp:revision>228</cp:revision>
  <dcterms:created xsi:type="dcterms:W3CDTF">2016-11-14T07:59:55Z</dcterms:created>
  <dcterms:modified xsi:type="dcterms:W3CDTF">2025-10-06T11:04:24Z</dcterms:modified>
</cp:coreProperties>
</file>