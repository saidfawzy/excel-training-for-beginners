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51"/>
  </p:notesMasterIdLst>
  <p:sldIdLst>
    <p:sldId id="445" r:id="rId4"/>
    <p:sldId id="461" r:id="rId5"/>
    <p:sldId id="467" r:id="rId6"/>
    <p:sldId id="565" r:id="rId7"/>
    <p:sldId id="469" r:id="rId8"/>
    <p:sldId id="652" r:id="rId9"/>
    <p:sldId id="653" r:id="rId10"/>
    <p:sldId id="654" r:id="rId11"/>
    <p:sldId id="655" r:id="rId12"/>
    <p:sldId id="645" r:id="rId13"/>
    <p:sldId id="656" r:id="rId14"/>
    <p:sldId id="646" r:id="rId15"/>
    <p:sldId id="657" r:id="rId16"/>
    <p:sldId id="647" r:id="rId17"/>
    <p:sldId id="648" r:id="rId18"/>
    <p:sldId id="658" r:id="rId19"/>
    <p:sldId id="659" r:id="rId20"/>
    <p:sldId id="574" r:id="rId21"/>
    <p:sldId id="586" r:id="rId22"/>
    <p:sldId id="660" r:id="rId23"/>
    <p:sldId id="661" r:id="rId24"/>
    <p:sldId id="662" r:id="rId25"/>
    <p:sldId id="663" r:id="rId26"/>
    <p:sldId id="664" r:id="rId27"/>
    <p:sldId id="665" r:id="rId28"/>
    <p:sldId id="575" r:id="rId29"/>
    <p:sldId id="593" r:id="rId30"/>
    <p:sldId id="666" r:id="rId31"/>
    <p:sldId id="667" r:id="rId32"/>
    <p:sldId id="668" r:id="rId33"/>
    <p:sldId id="669" r:id="rId34"/>
    <p:sldId id="670" r:id="rId35"/>
    <p:sldId id="671" r:id="rId36"/>
    <p:sldId id="672" r:id="rId37"/>
    <p:sldId id="674" r:id="rId38"/>
    <p:sldId id="673" r:id="rId39"/>
    <p:sldId id="675" r:id="rId40"/>
    <p:sldId id="576" r:id="rId41"/>
    <p:sldId id="633" r:id="rId42"/>
    <p:sldId id="676" r:id="rId43"/>
    <p:sldId id="677" r:id="rId44"/>
    <p:sldId id="678" r:id="rId45"/>
    <p:sldId id="679" r:id="rId46"/>
    <p:sldId id="572" r:id="rId47"/>
    <p:sldId id="644" r:id="rId48"/>
    <p:sldId id="680" r:id="rId49"/>
    <p:sldId id="460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8.png"/><Relationship Id="rId7" Type="http://schemas.openxmlformats.org/officeDocument/2006/relationships/image" Target="../media/image6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Worksheet Layout and Styles</a:t>
            </a:r>
            <a:endParaRPr lang="en-US" sz="54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5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756688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1- Managing Rows and Columns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708399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2- Deleting and Clearing Cells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688906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3- Aligning Text and Numbers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762465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4- Applying Themes and Styles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621458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5: Layout and Styles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Managing Rows and Columns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New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context 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B07429-8466-B0FA-3443-79E7719FF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089" y="2053250"/>
            <a:ext cx="3776066" cy="3717822"/>
          </a:xfrm>
          <a:prstGeom prst="rect">
            <a:avLst/>
          </a:prstGeom>
        </p:spPr>
      </p:pic>
      <p:pic>
        <p:nvPicPr>
          <p:cNvPr id="6" name="Picture 5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4862F087-03BD-801D-B115-95F276A661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752" y="2112112"/>
            <a:ext cx="4488209" cy="365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2C9B-C000-D28F-1D99-4B07686AA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E5227A-06FA-E9A9-F0B1-EB888DEA8FF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259BE7-7709-7F73-4359-AA230034862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C37042-0A35-1232-4853-8BB55FA2B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899EFB-86D7-4EEA-46AA-45C946C78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F294196-88BF-9813-4F8B-EA1F62795A2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New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3369D-2E32-FA43-395D-565629651D5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context 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4D486-2E2E-ED9A-5022-D99AAEDE4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089" y="2053250"/>
            <a:ext cx="3776066" cy="3717822"/>
          </a:xfrm>
          <a:prstGeom prst="rect">
            <a:avLst/>
          </a:prstGeom>
        </p:spPr>
      </p:pic>
      <p:pic>
        <p:nvPicPr>
          <p:cNvPr id="6" name="Picture 5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B4660015-D058-D738-3F56-38BAB1110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752" y="2112112"/>
            <a:ext cx="4488209" cy="365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3FB57-2231-4459-C226-721359CA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F3CE975-B38A-6705-067A-8C257A85A0A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6B83CC-C4FA-7972-4B02-F5EDCE73DF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B02452-2B90-E692-D65A-7CBE07A58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1B23BF6-AE53-6E45-4CE5-CFB352944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90FF45B-972B-6DAC-947D-7BC5B502E15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New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A0562-0175-691A-8DB0-B95C395C68D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Ribbon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EC6A5C-4985-A1BE-BB9C-00A266229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682" y="1963101"/>
            <a:ext cx="4029981" cy="329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2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3FF77-D0A1-E4E5-FE73-A82713A3C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7ADA341-26A9-9BE2-1B16-78FC1136D42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711A8F-C494-26B5-2F7E-CDE59693585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16E8EEF-921D-6845-0E8A-4B5B43723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0C00D3-1568-CBD1-07DA-8128260F2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2201C3B-9934-1D96-9F27-F8F78C1B588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New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A7463-1F8B-6506-AB25-783C663C5D0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multiple columns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623376-E963-D520-BE71-96AE6358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859" y="2597395"/>
            <a:ext cx="7299275" cy="216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8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7237-5A70-9EF3-0B7E-793DD852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B856AE3-7714-27F7-83E2-62E0729A7FD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5CD858-D84C-49E1-26FF-AEBDC1BC3DD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AC46CB6-4BF3-DDB8-A019-00B8BEFB7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6B2E12-A156-7E91-010C-C0EC244C2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D274D3A-6625-EAD1-C916-9A19F5126A3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New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07E87-F385-17E9-71AA-DBCC313BD2F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Shortcut Keys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08E34-3C84-6C10-0434-C2DE348B5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874" y="2181552"/>
            <a:ext cx="8679848" cy="760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CABFB4-5EDE-1B41-7FB4-8EB525AC3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665" y="3708738"/>
            <a:ext cx="3678670" cy="76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8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234DA-DC69-2360-6BAF-77554ED13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6AEEEC4-7A72-DFBB-C761-A290F13314B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4491B3-538C-C467-4400-D83C19E4C95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6125FC-02D2-E2CE-2405-4708D1D3E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446114A-50EA-BC9E-B34B-89B5DDAEE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9F319E2-449B-3590-7D7E-10C25619732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Rows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51561-D335-384A-6CAF-84D7552F9F28}"/>
              </a:ext>
            </a:extLst>
          </p:cNvPr>
          <p:cNvSpPr txBox="1"/>
          <p:nvPr/>
        </p:nvSpPr>
        <p:spPr>
          <a:xfrm>
            <a:off x="969193" y="952120"/>
            <a:ext cx="8834831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Use the 3 methods also to insert rows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DE83D0-5F3E-9BE4-6AAB-B763F990A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775" y="2369665"/>
            <a:ext cx="6788249" cy="153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6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8505-4476-5CC7-B561-B0914644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944F44A-68E6-AD69-C109-9A81D2FDC0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0AD9ED-AB0A-B284-6671-57F50633E59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7F6B9A-F520-2478-2623-AE0BDF38C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F69CD28-614A-0549-784E-1CDB846A7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FA7C53C-1C9A-5DBD-1BDD-31A819827BB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Delete columns or Rows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2D410-DF61-6227-438A-FBB82BC53CAD}"/>
              </a:ext>
            </a:extLst>
          </p:cNvPr>
          <p:cNvSpPr txBox="1"/>
          <p:nvPr/>
        </p:nvSpPr>
        <p:spPr>
          <a:xfrm>
            <a:off x="969193" y="952120"/>
            <a:ext cx="8834831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You can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CCA99-F37A-3633-398B-DF0DFFF52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855" y="2365408"/>
            <a:ext cx="7057048" cy="192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9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211F4-B8FB-5707-AD9B-B1C6ECBC5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25E360B-6727-14CA-0742-27CE1258E65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260B1A-98EE-9039-C881-11659F37D14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33CE66-12A7-FD00-BA4F-2BEABC064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D8E990-D7DC-4408-B2F4-153BD2449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5B0154C-B9BC-FC38-37F7-7E8272FB482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 and Delete Blank Rows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5667B-88B6-B032-D74E-49CFD8C473CB}"/>
              </a:ext>
            </a:extLst>
          </p:cNvPr>
          <p:cNvSpPr txBox="1"/>
          <p:nvPr/>
        </p:nvSpPr>
        <p:spPr>
          <a:xfrm>
            <a:off x="969193" y="952120"/>
            <a:ext cx="10288279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Home </a:t>
            </a:r>
            <a:r>
              <a:rPr lang="en-US" sz="3600" b="1" dirty="0">
                <a:ln/>
                <a:solidFill>
                  <a:srgbClr val="0D5E3E"/>
                </a:solidFill>
                <a:sym typeface="Wingdings" panose="05000000000000000000" pitchFamily="2" charset="2"/>
              </a:rPr>
              <a:t></a:t>
            </a:r>
            <a:r>
              <a:rPr lang="en-US" sz="3600" b="1" dirty="0">
                <a:ln/>
                <a:solidFill>
                  <a:srgbClr val="0D5E3E"/>
                </a:solidFill>
              </a:rPr>
              <a:t> Editing </a:t>
            </a:r>
            <a:r>
              <a:rPr lang="en-US" sz="3600" b="1" dirty="0">
                <a:ln/>
                <a:solidFill>
                  <a:srgbClr val="0D5E3E"/>
                </a:solidFill>
                <a:sym typeface="Wingdings" panose="05000000000000000000" pitchFamily="2" charset="2"/>
              </a:rPr>
              <a:t></a:t>
            </a:r>
            <a:r>
              <a:rPr lang="en-US" sz="3600" b="1" dirty="0">
                <a:ln/>
                <a:solidFill>
                  <a:srgbClr val="0D5E3E"/>
                </a:solidFill>
              </a:rPr>
              <a:t> Find &amp; Select </a:t>
            </a:r>
            <a:r>
              <a:rPr lang="en-US" sz="3600" b="1" dirty="0">
                <a:ln/>
                <a:solidFill>
                  <a:srgbClr val="0D5E3E"/>
                </a:solidFill>
                <a:sym typeface="Wingdings" panose="05000000000000000000" pitchFamily="2" charset="2"/>
              </a:rPr>
              <a:t></a:t>
            </a:r>
            <a:r>
              <a:rPr lang="en-US" sz="3600" b="1" dirty="0">
                <a:ln/>
                <a:solidFill>
                  <a:srgbClr val="0D5E3E"/>
                </a:solidFill>
              </a:rPr>
              <a:t> Go to Special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2C6707-065A-D4E7-6540-9E4F28215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529" y="1928851"/>
            <a:ext cx="3004848" cy="21600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0AACF6-C84A-9A1E-2554-8CADB6634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176" y="1809194"/>
            <a:ext cx="3624402" cy="376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8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C0FBA-41B6-E112-B13C-8010E9455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E493D10-363B-41EE-92EF-D7956D706E1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5F8525-08E3-FD91-C5C4-53F1ACE9E16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54761F2-16CA-D6CF-08ED-8F9FC4A0F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99BBE8D-FC69-D805-B8C6-E5850B5B3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A1CA4B-94A2-8445-62BA-FE3DCF8FC6F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Find and Delete Blank Rows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1FBAD-DD6F-9653-A17E-2C1B40E3A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884" y="1702819"/>
            <a:ext cx="3893308" cy="3762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9FE365-DE9B-03B7-9BF1-4948AED7B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508" y="1704000"/>
            <a:ext cx="3621338" cy="37615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7C4FED-8550-56DB-E1BC-27208941B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5218" y="941729"/>
            <a:ext cx="3400926" cy="64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0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6D58-6D04-9594-8A76-42362382B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002AF75-7A21-5C9C-65A2-8564D1FB2F4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4B030D-A074-2F84-087B-83C24FA52F7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CE72D81-B39C-3EDC-2BDB-3F94BF656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6E1D240-5CC7-D27E-66BE-0E481ABB8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E0E10F1-B29C-35B6-E0D8-C714C942799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Managing Rows and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06F3C-1048-1188-5DAA-37CDEF6631E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context menu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7C05F2-2FC0-2C49-3865-6CABFBB81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331" y="1119545"/>
            <a:ext cx="3479794" cy="478633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E5C6CB5-80D4-1DD0-7AE3-BE4D9E75D8B6}"/>
              </a:ext>
            </a:extLst>
          </p:cNvPr>
          <p:cNvGrpSpPr/>
          <p:nvPr/>
        </p:nvGrpSpPr>
        <p:grpSpPr>
          <a:xfrm>
            <a:off x="1198031" y="1704000"/>
            <a:ext cx="3621338" cy="3761558"/>
            <a:chOff x="1198031" y="1704000"/>
            <a:chExt cx="3621338" cy="376155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3F769A8-6764-CF61-84A2-4AFA959FE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8031" y="1704000"/>
              <a:ext cx="3621338" cy="376155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D1C348F-0F70-1675-B32E-ECEC1CA83EF3}"/>
                </a:ext>
              </a:extLst>
            </p:cNvPr>
            <p:cNvSpPr/>
            <p:nvPr/>
          </p:nvSpPr>
          <p:spPr>
            <a:xfrm>
              <a:off x="1293962" y="3873260"/>
              <a:ext cx="776378" cy="189782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687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B5FC-C8F8-2FB9-6FA2-B9D9BBF3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32C2C65-45B0-A3F3-A1BD-E497A6C4635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446B51-F25C-3FF0-044A-6A4745893A9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92C7A4-E842-B9C2-EA03-4EE55542B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F6B9038-D120-8926-9586-61F67877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EE664CF-5B30-2357-F7E9-81C729BDC75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Hide and Unhide Rows and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5D8CB-B4F4-0E95-4CF9-BFE2BD8E4B2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context menu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C289AC-EAEA-482D-D88C-B9A92C909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794" y="1275285"/>
            <a:ext cx="3434776" cy="468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BDA1-8A36-877C-9036-8AFA9CD5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DB0325D-57BD-A133-2FD5-00067514C34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A95705-F198-C1A2-01D9-E4400452EF0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384309-B980-8D33-366E-1C0156CB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E830C62-9323-D769-8532-AE04305DF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38A30B4-9E05-0BFF-98C2-CA6EFD66DD4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Hide and Unhide Rows and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1E37D-70E8-AD9C-7B86-283BA5CDFCF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Ribbons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6415EA-E320-85EA-4AFC-D37268509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695" y="1909762"/>
            <a:ext cx="208661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29657-C289-5620-6AF6-24C79ACD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463C444-3229-347D-4C6A-FD761385624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CCE77A-49EF-0BEA-2496-A3FF9B31042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90284B-DB21-AD90-BA13-081B09169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F99A13-3DE1-03F1-CF15-E90EC4827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BE9820-CA8E-4725-07A2-272BE6176F4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Hide and Unhide Rows and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EFB3A-FAC6-8AE9-E3D4-1C267E0DF251}"/>
              </a:ext>
            </a:extLst>
          </p:cNvPr>
          <p:cNvSpPr txBox="1"/>
          <p:nvPr/>
        </p:nvSpPr>
        <p:spPr>
          <a:xfrm>
            <a:off x="969193" y="952120"/>
            <a:ext cx="945151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Unhide all columns and Rows in the worksheet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1CB2D-101B-F59A-E02D-CA94ABBAB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268" y="1805696"/>
            <a:ext cx="5162256" cy="355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1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872597" y="2890174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Deleting and Clearing Cells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Deleting and Clearing Cells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A1FCD-AFD6-7758-B746-79CC82AF518D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Delete Cells Content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9B9111-55A7-40D2-0CD0-BF9797F45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934" y="2210331"/>
            <a:ext cx="3748447" cy="273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89C9-5E99-CD74-1442-5CD5C4DF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74BCF07-27F0-BF48-14AC-88F51AB6CBD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181BE0-DB37-9269-2ECF-2B0949F5372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7D8F178-B4CF-8B5E-473C-4C19C6818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9BAA41-9DF5-13A5-4385-444F3C67E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9B1668-2D05-5105-88C7-EE86C0D4621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Deleting and Clearing Cells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84033-CEC8-E629-6573-8E6F3B811D6A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Delete The Entire Cells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E861B5-8813-ABCB-F25F-F202102DB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463" y="1973772"/>
            <a:ext cx="4042304" cy="2874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F97E57-B4EE-877C-2507-E88A0BD4A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59" y="2057823"/>
            <a:ext cx="2754990" cy="274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0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C8122-8B59-F51F-048A-422651F9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8CC6D09-BBE0-88DE-43F8-2FD2B7F1334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1828F6-6DB6-FA97-7408-2C08F299FD9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1EED7E-8085-D88A-B090-792722F75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713173-A08C-387D-5DDA-CB211C71F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C017227-7CB4-36F8-36B7-AFFA2194A14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Clearing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AFE19-8754-59E1-E969-D4E9ED5566B7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Clearing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6A37F1-2AED-5400-9222-3FD273D4B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082" y="1800082"/>
            <a:ext cx="3215836" cy="358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DD2E6-EE05-475D-7ADF-710FA079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309FDB2-2C04-92D5-FAA1-93B1783AD77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50DB26-850F-8197-8C76-51933C79B80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4DBD08-0C14-F70D-D412-4DE17A34B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ECCB24-D962-A63B-29E5-F2AAB499D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E973463-B0C3-D9F5-8441-43BE54D6E47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Clearing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2C0BC-9C41-C671-BB68-C4736A094B34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Clear All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D86DEB-E7C4-56DD-1C29-C8CAF263E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03" y="1808708"/>
            <a:ext cx="1766603" cy="19696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388984-C268-520B-23C1-18E0A7C99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8696" y="2473836"/>
            <a:ext cx="3671501" cy="234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2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E750-544F-C3AD-BF3A-8501F4BF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217F85D-6590-B26D-ED3C-72D9714EEB4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67986C-DD80-47CD-651B-214151B5162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8CD1BE5-9A45-A77D-E771-C152A4632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50F0FD3-287A-75C9-92B0-CCD385B16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5231956-0499-E650-0E19-034DB2EB24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Clearing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A5D5F-8148-3FF8-DBBB-160395BB5B3F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Clear Contents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7B8AC2-9CA1-41AD-760A-9CAED1D0D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03" y="1808708"/>
            <a:ext cx="1766603" cy="1969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2104F3-6032-C3AD-F2B4-788E3EDCA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359" y="2412746"/>
            <a:ext cx="3749365" cy="273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3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1820-A522-EF72-560F-5EAAA6155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517FF21-48BF-2F06-F2E8-9424EB9C4BB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A21D4F-36B8-35A9-7FC7-6D9C69C4B69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19BBB4-A155-741D-841C-4D6D5DACD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9E9A03-881B-AAFC-C9A9-DCE089C70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B12F71F-C011-10BD-A7B1-663F6963B38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Clearing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732DC-43B7-EC99-0041-921D0AB4F4FF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Clear Comments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477A8F-B7C2-280C-137F-B5B778C05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03" y="1808708"/>
            <a:ext cx="1766603" cy="19696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63424E-BBB7-BAFF-DB62-C2860D88B4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740" y="2628217"/>
            <a:ext cx="7077080" cy="17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0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DC51D-529E-9485-23A2-9F2B25617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1E520F9-8999-FAA8-048F-3C3009C9501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36D5DD-4425-59E8-4BF7-E37D2AFED71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ACC9FA6-EF59-A01B-3FC1-511159356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220F85E-0B7B-3FC9-90CF-91A9EE3FD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63D3276-3B62-D10B-AA2F-E4540D4ACB4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Clearing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BD77E-6BC3-C405-713D-3CB069A7E7ED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Clear Hyperlinks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20A712-CF0B-FE52-70F2-437EC39C9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03" y="1808708"/>
            <a:ext cx="1766603" cy="1969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F243C0-1760-379A-8428-BAB41B734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499" y="1949559"/>
            <a:ext cx="5591301" cy="223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6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Aligning Text and Numbers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4CD17-9F75-39C3-6E6C-2027E5FE6778}"/>
              </a:ext>
            </a:extLst>
          </p:cNvPr>
          <p:cNvSpPr txBox="1"/>
          <p:nvPr/>
        </p:nvSpPr>
        <p:spPr>
          <a:xfrm>
            <a:off x="969193" y="952120"/>
            <a:ext cx="7700353" cy="120032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H - Numbers, Date Right and Text Left            V- Bottom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6DD11-2858-F4E6-5DDA-6CA617294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468" y="2238586"/>
            <a:ext cx="2671237" cy="246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C8EF-AEA7-C264-D7A4-A676E32C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8A33B92-2239-F884-2397-1BCA1299ED6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C66FC2-19D6-A56C-6D74-32EEDFE0AE8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7854FA-6F0F-C0D2-8F68-4CE5CC591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C2CC93-FB86-FE1E-BE8B-D51DAF417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F4B7363-43B5-C10D-AC66-FBC0EB40F42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52455-E5B9-66EE-11DD-01F2E1BACB60}"/>
              </a:ext>
            </a:extLst>
          </p:cNvPr>
          <p:cNvSpPr txBox="1"/>
          <p:nvPr/>
        </p:nvSpPr>
        <p:spPr>
          <a:xfrm>
            <a:off x="969193" y="952120"/>
            <a:ext cx="7700353" cy="120032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H - Numbers, Date Right and Text Left            V- Bottom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38450C-A386-E5C1-867E-42B988DA1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231" y="2715385"/>
            <a:ext cx="5461340" cy="176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2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F9A6-BEA7-F914-55EF-1A408974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29C1DD5-A546-B274-9BB9-3929527A52A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4F6E2F-FF77-25D5-EF5E-84B75E0AFF9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8CAAF5D-3844-5A47-68FC-69EC76C8B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0068C91-D709-8F8F-965F-A1ECFFF8C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1E49CE6-322D-EBB3-E0BD-5A1214ACB87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00DD0-89C1-D2F7-3CF5-38AE96CC553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Horizontal and Vertical Alignment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317333-E57A-7D13-56F1-68AF40FE9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876" y="2325065"/>
            <a:ext cx="2058470" cy="1791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7E03A5-B2F1-C717-AE59-8D949D758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096" y="2487629"/>
            <a:ext cx="5984447" cy="123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15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07C62-A25E-2B43-40C8-57F0557EC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8122398-3B8A-8A77-9C0D-5DBB9D7245A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E5498E-6EFF-33CF-F236-0F05EA0D849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1BC19B-D4B8-F2E1-BFC1-C3D1B0F79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8639CED-B492-4386-F5C0-FCB46F698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1FCAB0C-2E05-7C61-3AD1-CC0D5633618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7D889-56A1-5662-42DC-0343A0D0899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Orientation of the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46A20B-9A6F-2308-10D5-0E585BA02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850" y="2188280"/>
            <a:ext cx="2599523" cy="2658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31727B-7AEC-AABC-EE58-D6E3DC6F1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369" y="1758852"/>
            <a:ext cx="4994372" cy="646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0BCC68-6508-D1EA-555C-778BFED3A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2246" y="2565584"/>
            <a:ext cx="3817029" cy="344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06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589C-FBB8-B6DE-54CD-8D619238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7D3D214-3590-CCD8-4968-3B294027645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7254BD-8191-4E03-C1BF-F675BC5636C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F903F1C-F347-A735-C715-FA65DC729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BA9C4CE-248D-0C34-31D2-F29F985CB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CDC7450-49BC-67C2-8172-D88928FF45D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4A54D-E472-AB62-A6D6-3B09EDB1E14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Indentation</a:t>
            </a:r>
          </a:p>
        </p:txBody>
      </p:sp>
      <p:pic>
        <p:nvPicPr>
          <p:cNvPr id="2" name="Picture 1" descr="A list of different types of items&#10;&#10;AI-generated content may be incorrect.">
            <a:extLst>
              <a:ext uri="{FF2B5EF4-FFF2-40B4-BE49-F238E27FC236}">
                <a16:creationId xmlns:a16="http://schemas.microsoft.com/office/drawing/2014/main" id="{C8598479-EAC1-A46A-BF2E-189E160B5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82" y="3658078"/>
            <a:ext cx="4700593" cy="1363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434D85-73AB-E821-2042-2A256E1C9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421" y="1964063"/>
            <a:ext cx="2460756" cy="127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61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5BB50-3BCD-6416-A2A0-FEAF6A94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1516232-5CD3-F028-0EAD-E299939A79C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2FC715B-C0BB-6760-D4EA-C66FBED251F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0B2E90D-0709-0EAF-3264-4B3DB1DA5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E65307-013D-C2AF-CDB9-9A674D591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73ECA9B-C792-F73B-2356-4C9EC75E2B4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282ED-AA5A-1E3C-C332-A3F139FE377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Wrap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F28702-B398-31FD-2504-B2DE24561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2330627"/>
            <a:ext cx="2573090" cy="2879727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94D4D5-8B6C-E833-CD67-2C451B3B5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330626"/>
            <a:ext cx="3862801" cy="30189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BDEE86-C77C-DA40-8A8F-48A427341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127" y="1351641"/>
            <a:ext cx="2149955" cy="86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07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89C98-E182-C000-80E0-F875BF8B0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B71708C-85E9-DC63-C9F2-F432B3B164C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702794-8D14-99B7-CE0E-55E61AD2D48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ECEC61-8AEA-C274-687D-0D9B03D29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256522-6245-3A50-C6A7-9FEF74D94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F27BDB4-9270-6D5B-0C0E-45F743DD85F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A5C0E-A7B6-32ED-709C-E84120749D3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Manual Line Break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4CB33A-9B77-91E9-8DC7-765942599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564" y="2156854"/>
            <a:ext cx="4248995" cy="7081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C600AE-94E7-5D9E-8FBF-97FE01882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459" y="4304538"/>
            <a:ext cx="4539081" cy="371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87EBA7-29F7-4852-81FF-7EECD4624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680" y="4155016"/>
            <a:ext cx="3887732" cy="52114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E2CBBB8-B8C7-2242-4290-678E9A666251}"/>
              </a:ext>
            </a:extLst>
          </p:cNvPr>
          <p:cNvSpPr/>
          <p:nvPr/>
        </p:nvSpPr>
        <p:spPr>
          <a:xfrm>
            <a:off x="5437427" y="4164889"/>
            <a:ext cx="862642" cy="646331"/>
          </a:xfrm>
          <a:prstGeom prst="rightArrow">
            <a:avLst/>
          </a:prstGeom>
          <a:solidFill>
            <a:srgbClr val="0D5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656DF7-C6D5-7661-0340-1B26D578BD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337" y="5040173"/>
            <a:ext cx="2152075" cy="8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188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15775-2329-7DB5-C0C1-C9769C2C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3A51364-5147-1D3E-448D-4895F1C0823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A2C40F-790A-7C2B-BD5F-9E5951FAC8B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D34C25C-FC3F-EDF3-2F2C-9E057A42A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F19807-108F-1BF5-490A-AB006E78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6B7B784-D25C-2CC8-0DD2-514904B4BE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42878-0047-4651-E70E-173BC5800F0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Merge and Center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26C30-82DA-4D71-3ED5-A6153546D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914" y="1820583"/>
            <a:ext cx="3015337" cy="3320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6B4823-829F-4359-8AD4-8A616A1CF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776" y="3519136"/>
            <a:ext cx="5144808" cy="8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47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8D304-A560-5401-0BDB-7C41A3EF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349D3C9-4F85-3B2E-A499-2B65582FA0D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E72F53-E708-2B0D-861E-4C8687B6361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1585C0-3A22-AEC8-A80A-6E4883337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35C4F2-4DDE-FF73-F21E-65BAF06EB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B7B82AF-CA66-8C37-DFC5-24141C87A6E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380D2-5233-2634-7FC1-30D23CC307E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Merge and Center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BD41DF-33EE-F419-B661-D23AB4F1A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483" y="3356854"/>
            <a:ext cx="1846050" cy="2033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9CB893-8C85-72BA-B767-C4CD49E8B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069" y="1624231"/>
            <a:ext cx="4258300" cy="12909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3C4A2E-8829-7047-5FC1-05033CFDF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695" y="1047150"/>
            <a:ext cx="4258300" cy="15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9B0492-81D3-7D64-D020-64FB21312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2209" y="2863608"/>
            <a:ext cx="4361271" cy="12855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2924D-4E84-F8FA-9D52-2F2B14E522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0644" y="4410462"/>
            <a:ext cx="4565650" cy="14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87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13B87-8813-7A6B-8BA3-207B6173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4667A58-8A5F-E613-F8C5-05447EB4F8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E44EA4-CA8C-1E8D-66F6-D5F30E890C4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42B201-106B-5BF1-FD9C-6375A752C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AD1BB0F-B604-1DE2-B2CB-E692A4613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D6EA532-297F-D875-32BA-E122DCCC0EB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65AC4-A86C-57D8-5CDC-64E419B5EF0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Center Across Selection Option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66D4C4-5FA0-2199-F670-209EFAC53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31" y="1681524"/>
            <a:ext cx="5640216" cy="3095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4C86D4-DF8F-3E62-D148-EACD8E71C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369" y="5135568"/>
            <a:ext cx="6375269" cy="80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15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2F92-A7FE-1073-33A5-D488F089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B04826F-FB23-C14D-648E-77B66D7830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9D40B1-7567-1343-1ACC-502933D6F8C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E71DF6-A65C-56C5-9C44-B951058D8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65389B-7007-B644-1BD8-3173A975B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4D0B62F-7234-0263-FFFB-EC70B4B2EED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Aligning Text and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EDEB09-9520-F323-C66D-5E6BA714265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Shrink to Fit option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65C6F-A3DC-7CE4-94A7-7A96FA7B9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41" y="4553235"/>
            <a:ext cx="4585841" cy="7706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6989EB-4783-C1E5-5108-01D23B2AC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641" y="4553235"/>
            <a:ext cx="5222180" cy="87036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68FA30F-1A95-F9BF-38FC-DAF1079ECF4F}"/>
              </a:ext>
            </a:extLst>
          </p:cNvPr>
          <p:cNvGrpSpPr/>
          <p:nvPr/>
        </p:nvGrpSpPr>
        <p:grpSpPr>
          <a:xfrm>
            <a:off x="1679966" y="1648830"/>
            <a:ext cx="3095783" cy="2799062"/>
            <a:chOff x="1679966" y="1648830"/>
            <a:chExt cx="3095783" cy="27990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8691CA-31D3-23E5-EDA8-2A0AACE1A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79966" y="1648830"/>
              <a:ext cx="3095783" cy="279906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8FE487-D200-FD80-2397-C53C86D4CABE}"/>
                </a:ext>
              </a:extLst>
            </p:cNvPr>
            <p:cNvSpPr/>
            <p:nvPr/>
          </p:nvSpPr>
          <p:spPr>
            <a:xfrm>
              <a:off x="1820174" y="2984740"/>
              <a:ext cx="552090" cy="112143"/>
            </a:xfrm>
            <a:prstGeom prst="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5804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846717" y="2890174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Applying Themes and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6D58-5D53-A73C-E6CA-C79379C7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4A3C939-777A-3DFF-E04D-34FACBD0B7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386E3-0482-9271-1B2C-A9DDF0CF1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BDA44D-647E-6131-B3E6-583777AA9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B57F08-8F1D-DC84-9A26-1E1D7BFB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161EEA-306C-A7B5-6AD6-0ADCDEC8CC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Applying Themes and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ECC82-2BD8-4243-C53B-37EC416DEA7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Theme Color and Fonts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9C1911-E88D-B5A0-8D89-7975B3619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810" y="1680207"/>
            <a:ext cx="3379721" cy="39595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A3CD9D-CF68-237B-D648-E07F932D8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2702" y="2388302"/>
            <a:ext cx="3514316" cy="208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E0F4-BF4B-AD4B-883E-2FEDF56FE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16C8CA0-05D7-4874-E502-50BCAAD114D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247C0A-3B01-97AF-C74E-E5D18837BF0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4F6D6C-3F4E-2B5D-DE2F-204DFCE27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93C4596-9A88-F42C-0B3D-AFA0083A6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93F2357-90B1-A3CE-6DE1-3C9F906250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Applying Themes and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CBE14-15B1-44B8-5A4B-E27C09597D5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Themes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E2EC56-3CE2-91EF-7A47-43DACA7CB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296" y="1158962"/>
            <a:ext cx="3060273" cy="454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74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C0DD-CFFC-7913-2164-7F248BE0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6DFA374-26B3-DA23-CEC0-2A129D7039A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1A5134-9506-A6F7-8DD1-3E2E580B68C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F90667-01EB-5924-7D03-39577D1F0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F94B60-69E2-D031-8B7F-4014C901E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7EF7026-7522-68AE-6264-9DE05BD1F99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Applying Themes and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393476-2728-B9A2-AB28-06638FDECD2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Change theme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7F1737-CA57-458C-00C2-7A5B9A794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764" y="2113037"/>
            <a:ext cx="5748047" cy="338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12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0323-B88C-C5F0-215E-D8DF96DA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EA18255-A063-3745-19B3-FC80DC6A371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6CC167-EB63-4E58-9AE6-05E9C45B10A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109A26-9EA7-398D-337D-31CC5191B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9EFAA43-3E5B-FEA5-0597-70E734049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62410DC-E597-F555-5124-5FB0174EE1A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Applying Themes and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E2A34-17DB-E594-5203-7EA7E9E50222}"/>
              </a:ext>
            </a:extLst>
          </p:cNvPr>
          <p:cNvSpPr txBox="1"/>
          <p:nvPr/>
        </p:nvSpPr>
        <p:spPr>
          <a:xfrm>
            <a:off x="969193" y="952120"/>
            <a:ext cx="8959811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Change Color Palette and Fonts of Theme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A25B43-FB4F-7A93-A91B-8949BD3CB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313" y="1941447"/>
            <a:ext cx="2163977" cy="298277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FAB11A3-3308-F308-7507-72B43CCF7FC8}"/>
              </a:ext>
            </a:extLst>
          </p:cNvPr>
          <p:cNvGrpSpPr/>
          <p:nvPr/>
        </p:nvGrpSpPr>
        <p:grpSpPr>
          <a:xfrm>
            <a:off x="1466188" y="1941447"/>
            <a:ext cx="3201969" cy="2915225"/>
            <a:chOff x="1466188" y="1941447"/>
            <a:chExt cx="3201969" cy="29152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CB872EB-DC44-7808-88D5-BCE6A186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6188" y="1941447"/>
              <a:ext cx="3201969" cy="291522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35E9E8-B684-C30A-CC9E-1C59F5F2901C}"/>
                </a:ext>
              </a:extLst>
            </p:cNvPr>
            <p:cNvSpPr/>
            <p:nvPr/>
          </p:nvSpPr>
          <p:spPr>
            <a:xfrm>
              <a:off x="2053087" y="4201064"/>
              <a:ext cx="1708030" cy="1984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18D4CC1-BFA5-BD88-D452-19FDB22D7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6147" y="2065298"/>
            <a:ext cx="2378193" cy="25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15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A424-850C-DC76-0126-6B71B18C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D38B1A1-0E5C-0663-5E1A-E2B740FB535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0E93E9-CB35-8540-9591-92FFB16BD6D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CB30A2-898C-AEB1-B083-7801AD6E2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2B04B35-053F-EAD5-09E6-4094B9B31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7F2DBFD-02E5-891A-FE06-F034277A426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Applying Themes and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84241-59B6-E3C6-ED8E-EFD42CB078E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Save your Theme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9ED094-C172-CAF8-4C31-FA03C02ADFAD}"/>
              </a:ext>
            </a:extLst>
          </p:cNvPr>
          <p:cNvGrpSpPr/>
          <p:nvPr/>
        </p:nvGrpSpPr>
        <p:grpSpPr>
          <a:xfrm>
            <a:off x="1425756" y="1838166"/>
            <a:ext cx="2693297" cy="3997025"/>
            <a:chOff x="1425756" y="1838166"/>
            <a:chExt cx="2693297" cy="39970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E70DBBA-5DBD-76BC-2E3E-8528AA0BF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5756" y="1838166"/>
              <a:ext cx="2693297" cy="399702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95D1FF2-3150-83A4-7302-18708B73005C}"/>
                </a:ext>
              </a:extLst>
            </p:cNvPr>
            <p:cNvSpPr/>
            <p:nvPr/>
          </p:nvSpPr>
          <p:spPr>
            <a:xfrm>
              <a:off x="1578635" y="5506407"/>
              <a:ext cx="1708030" cy="1984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9AC1582-1349-3B24-1202-A19309D79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000" y="2678083"/>
            <a:ext cx="6020257" cy="21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27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207698" y="3226706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Layout and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5</a:t>
            </a: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AD3C-EA1F-B699-B726-982C631E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E68AB71-C132-C522-934E-BAF6CE765F7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D46A06-6609-6F14-DE18-F094316928A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1E6A6F-EB2B-71C7-CBC4-25CD33A27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A5F6AB-1E57-E645-C267-A028337F2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202ECD9-2534-9FD2-E3C3-A772027C520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5: Layout and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C61D2-926D-A3F4-B76F-3FFD58F9F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3" y="1535775"/>
            <a:ext cx="9403942" cy="19881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4AAC8F-CA06-04F2-FCFB-B30DC56A7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240" y="3644686"/>
            <a:ext cx="4555854" cy="245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5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3E30-9FE0-4F36-DB9F-E80B562E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413A96-CC71-DA20-F9CF-A95D62A8415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0791DE-0B1F-7749-2EC8-58DE4B6BD24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2B9F1C-0143-DCDD-9808-20BFBB4B7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1AE5CDB-25B7-F923-CBBD-F7BF5F37C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492D860-7CB7-49FC-8DF6-07F574B1C9A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5: Layout and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30F36C-BBD1-B04A-4990-A8635DD71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342" y="1127207"/>
            <a:ext cx="7929089" cy="460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96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1622</TotalTime>
  <Words>431</Words>
  <Application>Microsoft Office PowerPoint</Application>
  <PresentationFormat>Widescreen</PresentationFormat>
  <Paragraphs>123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Wingdings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178</cp:revision>
  <dcterms:created xsi:type="dcterms:W3CDTF">2016-11-14T07:59:55Z</dcterms:created>
  <dcterms:modified xsi:type="dcterms:W3CDTF">2025-09-22T10:42:49Z</dcterms:modified>
</cp:coreProperties>
</file>