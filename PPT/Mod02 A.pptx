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45"/>
  </p:notesMasterIdLst>
  <p:sldIdLst>
    <p:sldId id="445" r:id="rId4"/>
    <p:sldId id="461" r:id="rId5"/>
    <p:sldId id="467" r:id="rId6"/>
    <p:sldId id="573" r:id="rId7"/>
    <p:sldId id="565" r:id="rId8"/>
    <p:sldId id="469" r:id="rId9"/>
    <p:sldId id="581" r:id="rId10"/>
    <p:sldId id="582" r:id="rId11"/>
    <p:sldId id="583" r:id="rId12"/>
    <p:sldId id="584" r:id="rId13"/>
    <p:sldId id="585" r:id="rId14"/>
    <p:sldId id="574" r:id="rId15"/>
    <p:sldId id="586" r:id="rId16"/>
    <p:sldId id="587" r:id="rId17"/>
    <p:sldId id="588" r:id="rId18"/>
    <p:sldId id="589" r:id="rId19"/>
    <p:sldId id="594" r:id="rId20"/>
    <p:sldId id="595" r:id="rId21"/>
    <p:sldId id="575" r:id="rId22"/>
    <p:sldId id="593" r:id="rId23"/>
    <p:sldId id="596" r:id="rId24"/>
    <p:sldId id="576" r:id="rId25"/>
    <p:sldId id="597" r:id="rId26"/>
    <p:sldId id="598" r:id="rId27"/>
    <p:sldId id="599" r:id="rId28"/>
    <p:sldId id="600" r:id="rId29"/>
    <p:sldId id="601" r:id="rId30"/>
    <p:sldId id="602" r:id="rId31"/>
    <p:sldId id="603" r:id="rId32"/>
    <p:sldId id="577" r:id="rId33"/>
    <p:sldId id="604" r:id="rId34"/>
    <p:sldId id="605" r:id="rId35"/>
    <p:sldId id="606" r:id="rId36"/>
    <p:sldId id="607" r:id="rId37"/>
    <p:sldId id="608" r:id="rId38"/>
    <p:sldId id="572" r:id="rId39"/>
    <p:sldId id="579" r:id="rId40"/>
    <p:sldId id="564" r:id="rId41"/>
    <p:sldId id="580" r:id="rId42"/>
    <p:sldId id="578" r:id="rId43"/>
    <p:sldId id="460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WORKING WITH WORKBOOKS AND WORKSHEETS</a:t>
            </a:r>
            <a:endParaRPr lang="en-US" sz="4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7508722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1-WORKING WITH EXCEL TEMPLATES</a:t>
            </a:r>
            <a:endParaRPr kumimoji="0" lang="en-US" sz="34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7162474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4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2-WORKBOOKS AND WORKSHEETS</a:t>
            </a:r>
            <a:endParaRPr kumimoji="0" lang="en-US" sz="34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73734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3-SAVING AND ORGANIZING FILES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762465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4-ENTERING AND EDITING DATA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749814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5-NAVIGATING AND SELECTING DATA</a:t>
            </a:r>
            <a:endParaRPr kumimoji="0" lang="en-US" sz="34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DCFA-6852-D68F-BA1C-692A2BD4F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3B60BE-35B9-E249-BF91-04D6E851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D8BEE972-7003-7448-A525-D3523470A34E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13160C-2DAC-5119-86F5-79C6483BB0BA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E66EF66-A825-65DC-F17C-198F48BAD256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5C8F67B-FC06-0BD3-5AA8-3F0ABCCD68E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06569A1-5C0E-9A9D-7360-4FB23484787B}"/>
              </a:ext>
            </a:extLst>
          </p:cNvPr>
          <p:cNvSpPr/>
          <p:nvPr/>
        </p:nvSpPr>
        <p:spPr>
          <a:xfrm>
            <a:off x="1008264" y="718197"/>
            <a:ext cx="7502182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2:  Workbooks and Worksheets</a:t>
            </a:r>
            <a:endParaRPr kumimoji="0" lang="en-US" sz="34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041EEB86-C3EA-8D8C-1C8C-F4204A0249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43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WORKING WITH EXCEL TEMPLATES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Working with Excel Templates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workbook from a template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20466-4889-17DF-F166-D55E667E3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376" y="2337003"/>
            <a:ext cx="7272722" cy="245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C3DC-3FDA-8495-DB7A-CB3A7952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F9B17CD-0160-798D-3598-93F4FFE4C50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B1BD0B-7201-2B83-C0AF-57CCEB378B8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067BA6-8474-29C3-DB79-C7B2B6F39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D440CC-E7FE-AFC0-F598-4B59B270D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CC166-786A-FFAF-CB90-44A666EC4AD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Working with Excel Templates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75E02-383D-CE85-FB7A-ED21280C903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workbook from a template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3CFB1A-D343-C59B-8444-C227A3754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20" y="2200867"/>
            <a:ext cx="7972298" cy="28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02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4269-DEAF-E42F-5F69-0EB36C5F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326D412-E034-87BA-4F75-F60E57149A8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565694-6E25-1A56-672E-052FF3AB0E0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31291C2-6AF8-6EC4-955A-AC9D529E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96D5EF-C31D-5998-F4AC-2E29C62F8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C0A7D9C-849F-392E-062A-873D30027FA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Working with Excel Templates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4DA15-DB81-A5C3-85DF-26FE900FC4E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workbook from a template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29B875-0074-B09B-0F0E-3FE6AB204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225" y="2202383"/>
            <a:ext cx="7834043" cy="276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28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5CAE6-ADAB-45DE-2795-7C897633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AD162-81C7-E3C2-9718-AF8850FF5E3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EDAD31-1C33-689E-0CA3-D4F5210D696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766D8A-8C23-E2A4-F865-C2C44A1C4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C0FCCE3-7376-C6C8-0C67-D7663D6EE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1E720DA-7772-36D7-CD36-36AB62296AF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Working with Excel Templates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FF399-D27E-E696-D72F-ADD54A1FCAC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workbook from a template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48FACF-F111-6455-B16E-C708F1F71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518" y="2026505"/>
            <a:ext cx="6132964" cy="324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41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30FB-654D-705F-33EF-ED4145A3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FBC834C-3581-445B-410D-3B9F75C575E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5485B4-7227-EA97-DCF1-DBB77B71FF8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B2A1681-0C09-8DB5-9695-836FE918D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EC43DA-6E80-5F42-025B-84071BF0D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4EEED27-65C0-2BF7-468B-D71AB8A87AE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Working with Excel Templates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60BCB-73C5-D9AC-B4BA-B062735F1F8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workbook from a template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2367B3-1142-1547-4FEB-847356351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668" y="2488604"/>
            <a:ext cx="9069800" cy="83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98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16F7-8639-E159-2BA9-FE63D70A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6C32142-2AD5-03A1-2282-DFFE9070C71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8147C6-2BD2-3A98-E249-BA2E9668597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5C15CD6-DAC5-70F2-5061-C1C0FFAEF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7CC240-1D46-63D7-BA56-0AFFD4AAD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C58FD4F-2731-67DE-45E9-5A78D100735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Working with Excel Templates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87CFA-7016-5CD5-2CB4-64860A64F28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Reuse the saved Template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37CE53-0A41-3FC1-5B1D-555CA9FF5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296" y="1680207"/>
            <a:ext cx="4523052" cy="423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43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WORKBOOKS AND WORKSHEETS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Working with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A1FCD-AFD6-7758-B746-79CC82AF518D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Worksheet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3A1E3-F58E-0DC1-6653-2C66433D445F}"/>
              </a:ext>
            </a:extLst>
          </p:cNvPr>
          <p:cNvSpPr txBox="1"/>
          <p:nvPr/>
        </p:nvSpPr>
        <p:spPr>
          <a:xfrm>
            <a:off x="1708721" y="196102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Cells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E66F3-AB1F-49DC-7A37-CFACB00B18CA}"/>
              </a:ext>
            </a:extLst>
          </p:cNvPr>
          <p:cNvSpPr txBox="1"/>
          <p:nvPr/>
        </p:nvSpPr>
        <p:spPr>
          <a:xfrm>
            <a:off x="1708721" y="303671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Cell Reference</a:t>
            </a:r>
          </a:p>
        </p:txBody>
      </p:sp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AD52A-F504-0665-1680-9AEA80E6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892576A-8593-2CB9-1349-5EBC023FF78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29483A-02E4-3904-4385-F662E945A29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24B9B88-E335-F155-8D89-197CA0F59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F43F00-B685-CF13-02E8-2102E2CC5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5B2CC11-3A69-35AE-11B2-B5116EFE306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Working with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B61C2-5C9F-A968-4549-A971FB46B5A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Navigations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B3D6D-3887-661D-4A59-6CC956A4F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889" y="1984856"/>
            <a:ext cx="4664249" cy="954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71DD9C-F55B-1421-73AE-FA90803DF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721" y="2989286"/>
            <a:ext cx="5525882" cy="273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20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5452F-147A-603F-87A4-02487E3A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1A59CBA-698E-9A82-CB8E-157620ED9E1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AA49FD0-DD57-5218-87AC-2BD0AF1F402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5F0D4A-2C2E-871B-1AA2-5F84D8561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C3CDC2E-4D3D-0DF2-8A8A-08CFDBC68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AB205F7-A855-4FA7-2502-B15B2F9EB9E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Working with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746EE-C223-8974-A5DC-77B44A0238A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Rename Worksheet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41D5C-3201-6D64-DBFC-1D73801AA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986" y="1865581"/>
            <a:ext cx="2426946" cy="335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5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2C8B8-6E78-FB66-7091-AB134158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CF65FF-D173-C7AA-4926-820D434A1C7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915E68-86C6-D46D-BA47-17B0BE22988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356CD1-68EB-1A91-7297-850FD1CD0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AAEB0FA-2F01-6112-F6C9-B1BAFD8AA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3AA703C-BC97-A299-D20A-6ABA0DC3282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Working with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3B48E-EA9C-4A9A-3716-6A4607DF742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Worksheets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E4ACEE-5A8A-B6E1-B38E-F61B3DA6A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805" y="1686390"/>
            <a:ext cx="4417267" cy="28366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FD4FA3-FF20-EA7E-8BE6-4A5D478F0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141" y="1977724"/>
            <a:ext cx="2426946" cy="33570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1696CE-AE53-91DC-56AC-E97047D88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805" y="5116808"/>
            <a:ext cx="5346360" cy="78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46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D70EA-E094-34DE-F8B3-D89F8CFB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63A3FF1-C8CF-316F-18E2-3F9FBBC2036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D05CB4-43B4-349C-2E25-525531C46F8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098E5B-B3B1-1238-61AB-9BBA712B4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B631A4-9D0A-A673-8391-5CF11855F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F983B52-86FA-5D85-8328-41911FBE44A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Working with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ABFC7-39E1-E063-7EE2-7C2F387610D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Move or Copy Worksheet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28830-FF67-A1A8-DF86-8D6E1936F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141" y="1977724"/>
            <a:ext cx="2426946" cy="3357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ECA7B3-E748-E7A1-5850-BFBFCA07C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247" y="2101840"/>
            <a:ext cx="3382831" cy="380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77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FF6BF-B531-EC28-85F4-9CEB9270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742EF71-40B8-5134-2FC1-E7EDD283AC1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F378DC-8F01-D546-5C51-E42F9F58FA5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739F5D-C510-29E3-56C8-C526FAD91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6B89C8-787D-5B72-F3E6-39EB09E79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A9B4360-A345-B92D-0DD1-8F332214D61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Working with Workbooks and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88ED9-050D-74D3-A149-55C81AADDCA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Change Tab Color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F6AB24-AAB5-579A-CCBD-BCB995775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141" y="1977724"/>
            <a:ext cx="2426946" cy="33570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44209D-73C3-7010-1CCF-D5C40C476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729" y="3740250"/>
            <a:ext cx="5091105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55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SAVING AND ORGANIZING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SAVING AND ORGANIZING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4CD17-9F75-39C3-6E6C-2027E5FE677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Save File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073A5-1DAB-25C6-0F40-12B63FD60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708" y="2171825"/>
            <a:ext cx="5460838" cy="693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B7845-7593-81A8-9AFB-4AC4A7EC9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938" y="3365660"/>
            <a:ext cx="4194805" cy="81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12D0-689E-B3BD-670D-B5A86A80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5853E89-2C62-3950-9561-4E128AAABE5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8DBAA6-6F91-6609-35DA-8E8C4B243C8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7A13E3-0E04-4CBB-8509-B8D5F2FBF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BD9CC8-2247-F8AF-EB9C-C6A30B185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C143AA7-8561-C3DE-1852-06F658895DC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SAVING AND ORGANIZING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CA160-A1BC-B63F-3B3C-8C9F6DAAC1E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Save File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6D69E3-34F4-A3BA-71B2-0D4AF0C38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52" y="1429247"/>
            <a:ext cx="3452866" cy="431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13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ENTERING AND EDITING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B270-9072-0471-1475-F5974A1DC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6DD9292-45CF-E3F1-1ACD-2F348C05CF2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7CE112-0495-6C9E-FB9F-3EB9B24F218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0A0548-F926-CAD6-F15E-CC2CDB88A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C2EB-E902-1465-F299-2BAFDAB1F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C609DB4-7F41-1006-436A-CD904D1651D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ENTERING AND EDITING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FE2D9-0982-5205-22DD-A7BCB7F55D7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Enter Data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610CBD-23A5-203D-B750-00EB007BF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21" y="1442523"/>
            <a:ext cx="3646661" cy="1670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10886C-71CC-7B22-67AA-71B6B6CDA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157" y="3624003"/>
            <a:ext cx="6469674" cy="116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30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0330-14AE-605E-3894-449B100B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464FD6B-9882-A19F-11F5-EC152ECE5F8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BA68B5-E593-D784-AEFE-491E7924B63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F438FD-DCA2-57CA-C853-C68941411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4111FD-57C9-B33E-8F46-99E125F0C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A68DE78-38CD-1D0B-870D-0CE38755D6B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ENTERING AND EDITING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2034B-3ADF-54D0-B1EB-0833740BD31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Autofill Handle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4BD5BA-C9F1-FAC4-45F8-F4837E979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337" y="2522876"/>
            <a:ext cx="2161636" cy="1080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4F9603-07E5-B420-B712-57516DBE1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819" y="1883847"/>
            <a:ext cx="2161636" cy="3903539"/>
          </a:xfrm>
          <a:prstGeom prst="rect">
            <a:avLst/>
          </a:prstGeom>
        </p:spPr>
      </p:pic>
      <p:pic>
        <p:nvPicPr>
          <p:cNvPr id="7" name="Picture 6" descr="A screenshot of a calendar&#10;&#10;AI-generated content may be incorrect.">
            <a:extLst>
              <a:ext uri="{FF2B5EF4-FFF2-40B4-BE49-F238E27FC236}">
                <a16:creationId xmlns:a16="http://schemas.microsoft.com/office/drawing/2014/main" id="{E34FA626-D17F-F3E7-18A1-83AAD3C88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4331" y="1883847"/>
            <a:ext cx="1851156" cy="386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13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410E-6D95-840D-EA36-D7D6D7D9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1EC18D-1C8E-F341-02B1-26FD644884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11E6B6-D842-D675-E05F-2E08706143A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0226AA6-ABF3-002F-7FB8-3F9D93F9D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0B99932-8E33-0914-3AD4-DE6E9F20B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66853F9-1910-B34C-CAA7-4D741DC9384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ENTERING AND EDITING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61A16-709D-4C3A-ED06-49373E593D1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Autofill Handle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386443-B8C3-3951-9165-E0BC7C71C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646" y="1680207"/>
            <a:ext cx="3469094" cy="3577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B3B22A-9BF9-E5A7-E6F7-0ABBE5D4D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084" y="1657781"/>
            <a:ext cx="4478992" cy="354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4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74FE-5137-8A86-2AF4-1FA1A6CA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8F41A-53EA-65F9-AB5C-AEE36211E05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BC4FCD-56A2-BDA1-55B9-F0904B37179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5EC745-811D-19A8-1BA0-FEAC26B8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29A4796-59F5-4F4A-146C-D719D34EA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5B5CA47-231B-653A-CF0D-F26BA63B31B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ENTERING AND EDITING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849BE-9353-1873-114C-3D3D28AE8C7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Autofit Columns</a:t>
            </a:r>
          </a:p>
        </p:txBody>
      </p:sp>
      <p:pic>
        <p:nvPicPr>
          <p:cNvPr id="3" name="Picture 2" descr="A screenshot of a calendar&#10;&#10;AI-generated content may be incorrect.">
            <a:extLst>
              <a:ext uri="{FF2B5EF4-FFF2-40B4-BE49-F238E27FC236}">
                <a16:creationId xmlns:a16="http://schemas.microsoft.com/office/drawing/2014/main" id="{BCAAE4FC-E6AF-792B-873D-CE754D9D7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314" y="2363385"/>
            <a:ext cx="2813852" cy="1592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8B5E5A-58D9-47EF-5C62-E187408E0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716" y="2488888"/>
            <a:ext cx="3304328" cy="134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14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898E-A87F-C8AC-E353-96E1DB42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2FF98EB-C40C-02DE-1A71-E100DBEF243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5FE602-E0F3-DB1E-4A3A-BB064BD04BB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4BE40E8-AB34-31DE-0F0E-4A10C87E3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DB87024-0438-0969-68D4-CC424BB78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291CBD7-55EE-C443-78DE-F8D3D2AAEB2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ENTERING AND EDITING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4730C-2D51-3EDA-C0AA-07E54116CF4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Edit Cells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D81883-E10F-320A-F324-33AEE7BCE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91" y="1983803"/>
            <a:ext cx="5772817" cy="166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42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C4ED-4E5D-3D47-B348-B184C720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E3C2548-F258-F66E-03A8-526ADC72743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05F7BE-0AF7-1780-256F-DF3E4DA59A6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B44182C-251B-4B44-767B-AB1C44E57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E80DB0-DF7F-1DD6-BA35-FD3E30465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B7AFF06-A9DC-1D06-E81B-847121F9DAF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ENTERING AND EDITING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E6827-CBD0-D0CC-B81F-4F3DED5A892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Copy and Paste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C852AF-D906-5AAB-E5C6-CB361E13B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457" y="1759520"/>
            <a:ext cx="1904936" cy="14262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43A3AC-C19D-EDCC-A5AD-0E8D6CB48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779" y="2394579"/>
            <a:ext cx="6680828" cy="28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35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CB5AA-96DA-EBF0-028E-4E642164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F6BDD4C-19B2-654D-4A94-0C7861950C9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398417-208B-C27A-11A6-B25E5E25B6D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669A2A-5BC8-C88C-2E16-3F86E2E0E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51FC74-0AED-DBC0-DCC0-BCFF511FF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8DE7957-62A3-272A-03C7-9CAE46A813E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ENTERING AND EDITING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DAF7D-6D5A-DBAB-5387-6C13BD87950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Copy and Paste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7F6814-C31E-CA05-82A8-CCA06ECF0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93" y="1779619"/>
            <a:ext cx="5858749" cy="1447016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AD1244-B697-22EE-6B62-360142042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994" y="3799659"/>
            <a:ext cx="3515372" cy="155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2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0A3C0-DC3B-285A-752E-876BCFFF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9498DBC-82FA-A664-F54A-C166EBC61DCB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A293CC-37E0-7081-688A-8F4B2BEA7138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232727-87B7-29F1-E9AA-A4428C88D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74F07A-1EC8-AE23-412D-538ED2E1C27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BFF549-FE5B-3AB5-AAD7-23CD2244F09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03A601-4D86-1FBD-7CCF-D00AAF7AA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02CA09-094F-0BC4-2497-C4347AC56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3B70B67-86F7-59F6-6093-0D922223F3E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NAVIGATING AND SELECTING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59C67-7A20-DA1F-7733-D9D01574825D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9AA5A-1AFD-AF16-C8ED-9ACAEEF8D5DF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30866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91FD0-88E7-6AC5-20EC-889CE69A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7E72E77-EF6C-8421-1823-EA15DD941AB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D4EF81-3447-BBE2-432A-19750F1F848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4462EA-F758-F1E8-0DEB-601A5C1AE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7B01D76-ABBE-0752-D525-3021052E1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82F71A6-43AA-9CEE-B9CB-4C3F35CA08D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NAVIGATING AND SELECTING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92777-671F-4892-7841-773B91D10D6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Selection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3E0CBE-BFA5-7C26-052D-E7D7801FA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905" y="1970490"/>
            <a:ext cx="4265031" cy="1695736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AAA6DB-A8D0-5374-60AC-684F33AE5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7086" y="3182424"/>
            <a:ext cx="3585068" cy="232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48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9FCF-5C09-78AF-859A-540C9848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79130D9-ADA3-A487-68DA-5833F9558AD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0E2B7D-9E6E-9196-021D-1A0E950F078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1E8376-8574-0101-6D00-0B1DC15EC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A38204-8148-B79C-E459-C69DC1A86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88FDC50-CB7E-25E0-C61F-058EE21186A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NAVIGATING AND SELECTING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3E007-8C3E-E1B0-4AFD-235C4AC4760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Select non-adjacent cells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98B941-16B4-F8EB-F7F4-FEDDF0F48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192" y="1936132"/>
            <a:ext cx="6705438" cy="35210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EEF23A-2670-A29C-0680-79FF5FFC0F0C}"/>
              </a:ext>
            </a:extLst>
          </p:cNvPr>
          <p:cNvSpPr/>
          <p:nvPr/>
        </p:nvSpPr>
        <p:spPr>
          <a:xfrm>
            <a:off x="1242611" y="4356188"/>
            <a:ext cx="1563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CTRL</a:t>
            </a:r>
          </a:p>
        </p:txBody>
      </p:sp>
    </p:spTree>
    <p:extLst>
      <p:ext uri="{BB962C8B-B14F-4D97-AF65-F5344CB8AC3E}">
        <p14:creationId xmlns:p14="http://schemas.microsoft.com/office/powerpoint/2010/main" val="2344618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6F8E-0679-0757-0FD2-0183A828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DF79B16-7CF8-B4DF-80AD-8A9EA4395CA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061598-8A89-BDBC-A403-72CE5AD23ED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996014-82DC-9E3F-A9B9-ADD8ECD88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156566-D46B-51CA-6159-D83364AC9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C491D83-0923-0493-8A87-4FD0F32E5A4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NAVIGATING AND SELECTING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8F7D0-D31A-4641-6B35-010ECB85BD9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Select whole column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20432A-464B-2BFB-E9FF-4742AFAE5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508" y="1852304"/>
            <a:ext cx="1779639" cy="1891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26A442-49C9-6472-E5D4-7A02B1155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856" y="1699302"/>
            <a:ext cx="4126835" cy="1641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565286-77B8-7D3E-7B03-3223BDA7B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613" y="4099039"/>
            <a:ext cx="4253991" cy="11632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5E05E10-75BD-B01F-DE8E-97B4C7D931DA}"/>
              </a:ext>
            </a:extLst>
          </p:cNvPr>
          <p:cNvSpPr/>
          <p:nvPr/>
        </p:nvSpPr>
        <p:spPr>
          <a:xfrm>
            <a:off x="4110974" y="4338909"/>
            <a:ext cx="1563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CTRL</a:t>
            </a:r>
          </a:p>
        </p:txBody>
      </p:sp>
    </p:spTree>
    <p:extLst>
      <p:ext uri="{BB962C8B-B14F-4D97-AF65-F5344CB8AC3E}">
        <p14:creationId xmlns:p14="http://schemas.microsoft.com/office/powerpoint/2010/main" val="3998636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013A6-D1FA-65C1-3BA9-16DAC10E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E764EF4-2C01-D461-1C92-E43D52A2908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7F9AEA-D091-7484-2F1B-37040B4ADB3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0923EE6-F73E-1E12-C1B0-7EC7E0A23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03F6F99-5FF0-9ECD-26BB-A9F752BC3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BE3907-61F0-0046-21DA-A9E5D7EC907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NAVIGATING AND SELECTING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B0F51-6671-9679-F933-B52EDC7E08E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Select whole Row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695EA-1DE5-7ECB-C1F6-BD0F4978E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545" y="2330081"/>
            <a:ext cx="8004327" cy="178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22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9AA4-E030-BBDB-020C-749CCF3D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C3AE08B-D692-A689-80F5-71708D96B3A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1CB84E-909C-1475-4533-5E2B9AB34D6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BBC125-1558-25E6-4D6C-E204791F5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2EE5863-4A16-ADF8-0FBF-BB9E8F32F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BFADD4E-68B0-52C2-561E-F8FE0E01DCC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NAVIGATING AND SELECTING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ED3C1-4052-7F07-B027-D378A65B146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Select All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7A3E32-B236-1E9A-6E84-6B2E1A701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483" y="2526111"/>
            <a:ext cx="5027616" cy="159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47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345721" y="3180540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Workbooks and Worksheets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2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5CF8-6156-0DFD-795A-FEC78A1D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EBE5499-1E63-DEDC-0F0A-195CF19E1E9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DC7E04-0579-151A-68EE-5C29C731C79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1CF89B-7A17-4805-A413-CF64A0987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0087791-CE77-4601-1FDC-8F472B472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BA7BDC-25BC-D7D7-E5AD-00E8DCA1D04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2: Workbooks and Worksheets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151A9E-B33D-E566-9E66-F530A72F4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623" y="1713425"/>
            <a:ext cx="8319892" cy="171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00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5928-DA91-43C9-09BC-F219FB4C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1E42D14-2FB6-254E-0430-69A1D062424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96B954-D7A9-BA39-FD19-805F2D8DA11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B04EA2-8DC1-E7F9-3B3A-9865789F1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5A3C89E-CB06-068B-B2AD-447E92184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76EF7B4-731C-F743-3D1D-9DB1E34202B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2: Workbooks and Worksheets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EA625-95AF-3031-5A45-E95BA0C46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886" y="1913034"/>
            <a:ext cx="8341104" cy="2214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1B6A3-D5ED-08D8-367F-21D6ACC92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994" y="4729359"/>
            <a:ext cx="5383851" cy="7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3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F869-7A2D-FF5D-77BF-9891D18F9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D569574-4BEB-4440-33A7-145782C0186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F5AA17-7291-ABB0-BBE6-5CC0CFC6A84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92E9AF-4913-CCDA-5888-AAE9172CF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665B42-9C90-CE4C-BE0D-17A03D8A8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3431601-CEC5-5BAA-2591-745908C5204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2: Workbooks and Worksheets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DAD7AA-8017-A5C6-348C-B3276A709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905" y="1343767"/>
            <a:ext cx="8435265" cy="22410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038B23-F3DB-E5F1-E5D2-8CFB1AA01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100" y="3723553"/>
            <a:ext cx="3064229" cy="217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4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222D-B607-5A66-A236-FD1C12A2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5A40C20-5C18-0D1C-3B7B-58D81A4553E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274AEC-B944-CE5D-43E3-4D731F8861E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7F5A789-BDB3-9AEE-69B9-114EC852C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765B96-2CA1-EA0E-E2A4-8ED613CE4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79005A-8C2C-78DA-0D54-D411FC8E9A3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2: Workbooks and Worksheets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ACB844-4100-FBA3-3AE4-6044F6D7C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05" y="1850302"/>
            <a:ext cx="8841270" cy="138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84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1400</TotalTime>
  <Words>367</Words>
  <Application>Microsoft Office PowerPoint</Application>
  <PresentationFormat>Widescreen</PresentationFormat>
  <Paragraphs>119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140</cp:revision>
  <dcterms:created xsi:type="dcterms:W3CDTF">2016-11-14T07:59:55Z</dcterms:created>
  <dcterms:modified xsi:type="dcterms:W3CDTF">2025-09-03T10:04:49Z</dcterms:modified>
</cp:coreProperties>
</file>