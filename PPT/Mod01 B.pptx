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114"/>
  </p:notesMasterIdLst>
  <p:sldIdLst>
    <p:sldId id="445" r:id="rId4"/>
    <p:sldId id="461" r:id="rId5"/>
    <p:sldId id="467" r:id="rId6"/>
    <p:sldId id="468" r:id="rId7"/>
    <p:sldId id="565" r:id="rId8"/>
    <p:sldId id="469" r:id="rId9"/>
    <p:sldId id="472" r:id="rId10"/>
    <p:sldId id="473" r:id="rId11"/>
    <p:sldId id="474" r:id="rId12"/>
    <p:sldId id="475" r:id="rId13"/>
    <p:sldId id="566" r:id="rId14"/>
    <p:sldId id="470" r:id="rId15"/>
    <p:sldId id="471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86" r:id="rId27"/>
    <p:sldId id="487" r:id="rId28"/>
    <p:sldId id="488" r:id="rId29"/>
    <p:sldId id="489" r:id="rId30"/>
    <p:sldId id="490" r:id="rId31"/>
    <p:sldId id="491" r:id="rId32"/>
    <p:sldId id="492" r:id="rId33"/>
    <p:sldId id="493" r:id="rId34"/>
    <p:sldId id="494" r:id="rId35"/>
    <p:sldId id="495" r:id="rId36"/>
    <p:sldId id="496" r:id="rId37"/>
    <p:sldId id="567" r:id="rId38"/>
    <p:sldId id="497" r:id="rId39"/>
    <p:sldId id="498" r:id="rId40"/>
    <p:sldId id="499" r:id="rId41"/>
    <p:sldId id="500" r:id="rId42"/>
    <p:sldId id="501" r:id="rId43"/>
    <p:sldId id="502" r:id="rId44"/>
    <p:sldId id="503" r:id="rId45"/>
    <p:sldId id="504" r:id="rId46"/>
    <p:sldId id="505" r:id="rId47"/>
    <p:sldId id="506" r:id="rId48"/>
    <p:sldId id="507" r:id="rId49"/>
    <p:sldId id="508" r:id="rId50"/>
    <p:sldId id="509" r:id="rId51"/>
    <p:sldId id="510" r:id="rId52"/>
    <p:sldId id="511" r:id="rId53"/>
    <p:sldId id="512" r:id="rId54"/>
    <p:sldId id="513" r:id="rId55"/>
    <p:sldId id="514" r:id="rId56"/>
    <p:sldId id="515" r:id="rId57"/>
    <p:sldId id="516" r:id="rId58"/>
    <p:sldId id="517" r:id="rId59"/>
    <p:sldId id="518" r:id="rId60"/>
    <p:sldId id="519" r:id="rId61"/>
    <p:sldId id="520" r:id="rId62"/>
    <p:sldId id="522" r:id="rId63"/>
    <p:sldId id="521" r:id="rId64"/>
    <p:sldId id="523" r:id="rId65"/>
    <p:sldId id="524" r:id="rId66"/>
    <p:sldId id="525" r:id="rId67"/>
    <p:sldId id="526" r:id="rId68"/>
    <p:sldId id="527" r:id="rId69"/>
    <p:sldId id="568" r:id="rId70"/>
    <p:sldId id="528" r:id="rId71"/>
    <p:sldId id="529" r:id="rId72"/>
    <p:sldId id="530" r:id="rId73"/>
    <p:sldId id="531" r:id="rId74"/>
    <p:sldId id="532" r:id="rId75"/>
    <p:sldId id="533" r:id="rId76"/>
    <p:sldId id="534" r:id="rId77"/>
    <p:sldId id="569" r:id="rId78"/>
    <p:sldId id="535" r:id="rId79"/>
    <p:sldId id="536" r:id="rId80"/>
    <p:sldId id="570" r:id="rId81"/>
    <p:sldId id="537" r:id="rId82"/>
    <p:sldId id="538" r:id="rId83"/>
    <p:sldId id="539" r:id="rId84"/>
    <p:sldId id="540" r:id="rId85"/>
    <p:sldId id="541" r:id="rId86"/>
    <p:sldId id="542" r:id="rId87"/>
    <p:sldId id="543" r:id="rId88"/>
    <p:sldId id="544" r:id="rId89"/>
    <p:sldId id="545" r:id="rId90"/>
    <p:sldId id="571" r:id="rId91"/>
    <p:sldId id="546" r:id="rId92"/>
    <p:sldId id="547" r:id="rId93"/>
    <p:sldId id="548" r:id="rId94"/>
    <p:sldId id="549" r:id="rId95"/>
    <p:sldId id="550" r:id="rId96"/>
    <p:sldId id="551" r:id="rId97"/>
    <p:sldId id="552" r:id="rId98"/>
    <p:sldId id="573" r:id="rId99"/>
    <p:sldId id="553" r:id="rId100"/>
    <p:sldId id="554" r:id="rId101"/>
    <p:sldId id="555" r:id="rId102"/>
    <p:sldId id="556" r:id="rId103"/>
    <p:sldId id="557" r:id="rId104"/>
    <p:sldId id="558" r:id="rId105"/>
    <p:sldId id="559" r:id="rId106"/>
    <p:sldId id="560" r:id="rId107"/>
    <p:sldId id="561" r:id="rId108"/>
    <p:sldId id="562" r:id="rId109"/>
    <p:sldId id="563" r:id="rId110"/>
    <p:sldId id="572" r:id="rId111"/>
    <p:sldId id="564" r:id="rId112"/>
    <p:sldId id="460" r:id="rId1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theme" Target="theme/theme1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tableStyles" Target="tableStyle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5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Getting Started with Excel</a:t>
            </a:r>
            <a:endParaRPr lang="en-US" sz="60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719043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1-</a:t>
            </a:r>
            <a:r>
              <a:rPr lang="ar-EG" sz="3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3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Exploring the Excel Application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764183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2 - Understanding the Excel Start Screen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699435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3 - Navigating the Excel Interface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7624651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0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4</a:t>
            </a:r>
            <a:r>
              <a:rPr lang="ar-EG" sz="30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30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-</a:t>
            </a:r>
            <a:r>
              <a:rPr lang="ar-EG" sz="30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30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Working with Ribbons, Tabs, and Menus</a:t>
            </a:r>
            <a:endParaRPr kumimoji="0" lang="en-US" sz="30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5838778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5</a:t>
            </a:r>
            <a:r>
              <a:rPr lang="ar-EG" sz="3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3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-</a:t>
            </a:r>
            <a:r>
              <a:rPr lang="ar-EG" sz="3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3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Exploring the Backstage View</a:t>
            </a:r>
            <a:endParaRPr kumimoji="0" lang="en-US" sz="30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A442-F3A8-497C-A979-5C7C3572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5D3EE-4822-595F-EFD7-8F0437EAC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B2281D11-8363-6A13-485B-1FC8FB731B7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98B69E-7DD2-AC8F-B0E1-EACAF0250E46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8D5A131-A3ED-A548-B365-F1A952CD2BCB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03455E6-537E-0451-2586-E4D0E1FFDEF0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FC18D1A-FF85-38ED-8715-1CBEA87A965E}"/>
              </a:ext>
            </a:extLst>
          </p:cNvPr>
          <p:cNvSpPr/>
          <p:nvPr/>
        </p:nvSpPr>
        <p:spPr>
          <a:xfrm>
            <a:off x="1008264" y="718197"/>
            <a:ext cx="783874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>
              <a:defRPr/>
            </a:pPr>
            <a:r>
              <a:rPr lang="en-US" sz="28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6</a:t>
            </a:r>
            <a:r>
              <a:rPr lang="ar-EG" sz="28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28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- Customizing the Quick Access Toolbar (QAT)</a:t>
            </a:r>
            <a:endParaRPr kumimoji="0" lang="en-US" sz="28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39DF583E-E86D-9707-CA2A-FBE987E785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413DE04E-0948-5A0A-44F3-EDF5A67FD3DC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BE9195-E8DD-0558-35F8-6786E3AB8ABB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B4E471F-FB50-F2D9-F46D-F5B10F1889C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42D3476-856A-FEFE-7553-00DE2398657F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B5BD2E9-2CAC-CC91-051D-A4A0E761D3AA}"/>
              </a:ext>
            </a:extLst>
          </p:cNvPr>
          <p:cNvSpPr/>
          <p:nvPr/>
        </p:nvSpPr>
        <p:spPr>
          <a:xfrm>
            <a:off x="1037094" y="2019778"/>
            <a:ext cx="8003794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>
              <a:defRPr/>
            </a:pPr>
            <a:r>
              <a:rPr lang="en-US" sz="34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7-Mastering Useful Keyboard Shortcuts</a:t>
            </a:r>
            <a:endParaRPr kumimoji="0" lang="en-US" sz="34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8660E629-59B3-DC0D-9506-A622187DAB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62C9715-18A4-548B-73BC-364A58A93BB5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8146A0E-1037-D9EF-284B-CB02891A06A8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0352EE3-722E-3B94-C270-EC809CF2D62F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5D130B0-1E2E-AB5D-8B14-BABA78004CAC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A22EBD29-AFD2-6700-3A62-2519BC457D4B}"/>
              </a:ext>
            </a:extLst>
          </p:cNvPr>
          <p:cNvSpPr/>
          <p:nvPr/>
        </p:nvSpPr>
        <p:spPr>
          <a:xfrm>
            <a:off x="1125422" y="3333052"/>
            <a:ext cx="68019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>
              <a:defRPr/>
            </a:pPr>
            <a:r>
              <a:rPr lang="en-US" sz="36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8 - Finding and Using Excel Help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B32A60C-12AE-A39F-25AD-1114A40778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ACD83B1E-B06A-3737-11A9-7CDFA8EFB450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445A953-B537-0361-FF09-08F4A00F6F65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626E115-D199-54D0-FCCF-E280828BD63D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2C468E1-3F5F-3E30-2D32-05ADE1AFFFDA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12A80C70-2470-CF0A-68C0-18107B0BDEB5}"/>
              </a:ext>
            </a:extLst>
          </p:cNvPr>
          <p:cNvSpPr/>
          <p:nvPr/>
        </p:nvSpPr>
        <p:spPr>
          <a:xfrm>
            <a:off x="1148948" y="4663526"/>
            <a:ext cx="58660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>
              <a:defRPr/>
            </a:pPr>
            <a:r>
              <a:rPr lang="en-US" sz="36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1: Working with Excel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6CE3E75E-9596-F615-DF45-F016D5EA8E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1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Exploring the Excel Application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the Excel Application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FB343D-DF50-0439-D529-2BD38DE71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110" y="1466924"/>
            <a:ext cx="5702060" cy="4427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4" y="952120"/>
            <a:ext cx="2380890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Start Excel</a:t>
            </a:r>
          </a:p>
        </p:txBody>
      </p:sp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6218-31B3-6004-A274-F77098EE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A61C794-D482-466E-D387-92E9A497428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21F8C3-BC4C-1089-B59D-0E5EAC8D3DF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83AEC8-682E-37AE-4667-5EB0F2908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9230028-5ABC-AB3C-3DD5-DB8FE3CD8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6E9FE57-5255-B7AB-FB10-EE1A63B8298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the Excel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E558F-78FF-3C94-0493-EB89FC893FE4}"/>
              </a:ext>
            </a:extLst>
          </p:cNvPr>
          <p:cNvSpPr txBox="1"/>
          <p:nvPr/>
        </p:nvSpPr>
        <p:spPr>
          <a:xfrm>
            <a:off x="969194" y="952120"/>
            <a:ext cx="2380890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Start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93A67-A535-EB1B-826F-EB1EA428B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054" y="1122219"/>
            <a:ext cx="4311712" cy="480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4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EFF5B-36A8-EF9E-C2F4-3A9173F37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A58FAAC-F708-DDE6-7E8F-335DAD037D2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6FB126-0B36-703E-E92E-0F8A650521A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75FA201-1BFE-C594-35FA-48249B6C9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C30477E-249A-2077-7A47-D0FFBBFC3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BB1A8EC-31BA-1CB9-7C94-3BE648D2A1A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the Excel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8557CF-4D78-63FF-400B-B34D95E6B7EE}"/>
              </a:ext>
            </a:extLst>
          </p:cNvPr>
          <p:cNvSpPr txBox="1"/>
          <p:nvPr/>
        </p:nvSpPr>
        <p:spPr>
          <a:xfrm>
            <a:off x="969194" y="952120"/>
            <a:ext cx="2380890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Start Excel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81EA48-8FEE-FC80-EB6C-C9053ADA6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7" y="1719183"/>
            <a:ext cx="9612990" cy="372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0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0BAC7-6CE8-F8C7-91A7-B06621AB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A3B69C9-A560-DAE5-98FD-C3D561BC5E9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786EE9-1956-2621-7DCA-CB9F94B0EF3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6C0085-3F5C-D35D-6340-0B77572CA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C50439-6DA0-220D-B367-79FFE02C0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F32980F-9B56-44D9-F0F3-A48523AC75E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the Excel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73729-6D5A-F0EE-B1C3-0455E516E8D9}"/>
              </a:ext>
            </a:extLst>
          </p:cNvPr>
          <p:cNvSpPr txBox="1"/>
          <p:nvPr/>
        </p:nvSpPr>
        <p:spPr>
          <a:xfrm>
            <a:off x="969193" y="952120"/>
            <a:ext cx="4750119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Pin Excel to Task bar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3920F-4858-85FB-81AF-DC129B0D8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252" y="1783126"/>
            <a:ext cx="5814204" cy="40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5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7C94-CF0F-8A5F-0BA1-BFC7FDB2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F276F94-0EF6-969C-EC4B-48C5FEB66E8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E68726-0ED1-E013-6DD6-70AFD994992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BAEE9C7-4359-F23B-67B4-C15350474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FE60248-29CF-96FA-15D8-0AC912202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22639CF-E73B-5FB3-F3C5-B72DCE79212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the Excel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8E89C-C28A-48D6-D668-0BCA7F742B59}"/>
              </a:ext>
            </a:extLst>
          </p:cNvPr>
          <p:cNvSpPr txBox="1"/>
          <p:nvPr/>
        </p:nvSpPr>
        <p:spPr>
          <a:xfrm>
            <a:off x="969193" y="952120"/>
            <a:ext cx="4750119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Pin Excel to Start Menu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BE0168-5629-8BB8-E5DC-D8B9925A6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995" y="1598451"/>
            <a:ext cx="3800009" cy="420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42164-8348-D042-8615-6F3F15C5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5E8B466-A2D6-7DDC-9DFF-09EBD578DEC3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6477107-7CE6-E6B0-43D3-7AD14FA6F528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8E3A64D-9BD9-8A22-6D2E-626A1498A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01DF15-46BB-55BB-0EBF-5056B2C9647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CB819B-7D4F-6469-FA04-A9582D92142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7FF697-9292-95A4-4CDC-7FCE668B5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BC11C48-032D-413B-90E6-84F029A93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7BB3B6-A2C0-F57C-DAB5-55F201B33AD0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Understanding the Excel Start Screen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CF74F-79A2-0DA7-79C3-6D02F135E314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80EC43-DAE9-8976-A0E1-3FA7134061B7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  <a:endParaRPr lang="en-US" sz="7200" b="1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4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B6F9-AA10-D311-14D8-C5FD333AE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67C3005-9D4D-63E1-2D5A-EF762B7C4F7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271169-D185-C857-4D12-39D1914EE5A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5BDED82-5318-C39D-E92A-0B16C945F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3C139E0-A1D2-1C35-AFE0-3173EF553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02C763D-B17F-9872-0B47-79D27A3C89B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996379-AA54-34B6-0AD0-9357F41BE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685" y="1400265"/>
            <a:ext cx="8233662" cy="353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3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7CA7-41BF-5E8F-7B6E-858750DF5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AB702E1-115E-C6B2-535F-EC07A048C50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76C5EE-72A0-D573-3255-8B474508586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D53922-5BF7-A05E-6F9D-145290CBF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1DDF2A7-1E85-F230-4B3E-2C41EA3CD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10D25A8-1C3C-C91E-E4AC-587DC072F25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Home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8CD4F-8936-9169-8D0C-75E36ADA5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082" y="1747242"/>
            <a:ext cx="4863835" cy="372276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300DD5-97AE-D496-FEDA-A82A873D408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309019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A3CC8-BAFB-E6C6-1AEF-5FBBB275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13DD69-2EF4-C810-BD8C-8C4C329DBA6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76B393-9E23-EB23-7BB1-3B146EDCAF4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2137B7A-D504-B3BA-B021-96DC233D0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3B88437-1C89-6E1B-8E17-EB4FE4377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3B734B-CB0F-C685-49ED-2E7211A9646F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Home Page</a:t>
            </a:r>
          </a:p>
        </p:txBody>
      </p:sp>
      <p:pic>
        <p:nvPicPr>
          <p:cNvPr id="2" name="Picture 1" descr="A close-up of a screen&#10;&#10;AI-generated content may be incorrect.">
            <a:extLst>
              <a:ext uri="{FF2B5EF4-FFF2-40B4-BE49-F238E27FC236}">
                <a16:creationId xmlns:a16="http://schemas.microsoft.com/office/drawing/2014/main" id="{C910F8C7-B99A-58D3-E8B5-B8E754EA8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548" y="2570455"/>
            <a:ext cx="9850179" cy="1296201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AD9803E-600E-758F-90A1-22A6FE333D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323820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77E4-52C4-F8B3-B679-95C51418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F55D5E-D416-222B-93C7-95EF224E30D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9B3C1E-2356-1DD6-A85B-6DC848C59CD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94F15E-AFFC-7D59-AF17-5BBCAB389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AA360F3-2BB7-AF6E-7CEC-41255CF16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C22431-D145-0F06-6BF0-3824FD7649CF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Home 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1F321F-2A02-A75F-A933-D2BC05ECF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19" y="2246041"/>
            <a:ext cx="9048116" cy="1829014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D69D696-C012-1F69-E898-AE66CBA05F4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225409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BDA3-F6C2-41DA-B185-3E6BBAEA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4D0E5EF-BDE7-C448-F6C0-20A7757B6C2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0452AC-1CF1-7834-1477-F27F5761C35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5AD43E7-79B8-7DFD-8087-C63A23895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7A9C3D9-1CC4-83C1-776D-0EFBD0E6D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8BE19A0-CDCA-41E4-D18F-2A2226C964E6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New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F990F5-EB95-1B57-F939-10B528480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403" y="1699556"/>
            <a:ext cx="7276139" cy="3914226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FF835B7-E4B8-55C6-8AD6-9F642B3D9F4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371037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CE6F2-415C-4FF3-CD2F-949F9695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6766079-C046-5E37-1A72-2D1CA223EB3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09B0C9-1EF7-F1D0-5F27-57BD37FDE72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9DF165D-16F4-748E-CCE7-DD31CED2F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CC8AFC1-04B7-7F21-94D7-7A8187572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379D868-B0B6-E35C-1329-B2BEFFC53A8A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New 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A34754-B33D-89FA-80FD-2F81EC12B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86" y="2110243"/>
            <a:ext cx="8585437" cy="284132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F293657-847F-D595-720A-7FAC25F3E05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196559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9FBE-C343-2447-4916-000B9815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ACF993F-3111-84AD-352D-3FF6B2136F6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1F2F83-9FC8-6D8F-ECF8-28EDA4EBB56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AFE737-2FE6-0E72-2182-C591C5428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F95ED87-77DF-3BDD-E485-5E061B12C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0681C05-B7BB-EE39-1BAB-A576E24B7549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New Page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12EF7C-65D2-AA7D-DC93-B58A34715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868" y="2116772"/>
            <a:ext cx="8326149" cy="331593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74694BA-1058-5AE8-5256-9F25B6014E5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63243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2A55B-BACF-1A0F-43F5-6ED4272F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999F3E0-C47E-FA9A-92B7-228CA72B4CA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407E44-C485-8C58-D4F5-B4EA93EA5F7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F11976-A50A-1321-A8AF-616235D6A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F4BCB8-F361-DAFC-12B3-6A1F44868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FF24C3-DCA5-8A55-A6A5-AF486FB45CD7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New Page</a:t>
            </a:r>
          </a:p>
        </p:txBody>
      </p:sp>
      <p:pic>
        <p:nvPicPr>
          <p:cNvPr id="4" name="Picture 3" descr="Several invoice papers&#10;&#10;AI-generated content may be incorrect.">
            <a:extLst>
              <a:ext uri="{FF2B5EF4-FFF2-40B4-BE49-F238E27FC236}">
                <a16:creationId xmlns:a16="http://schemas.microsoft.com/office/drawing/2014/main" id="{1D60AB8E-D7AB-47E4-669E-85EAD51E7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038" y="1977150"/>
            <a:ext cx="8653924" cy="3336656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DFB5703-7D09-0DB4-47E6-035D25EF8EB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302327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9806-46CB-D5FC-8167-491D526E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34DFDE3-7AEB-BCB6-7750-E4F92ADD59C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033BA6-F5B5-2A5F-5051-DEA92DF666E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9D5D73-D978-FC2F-1605-9ACC49241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E68F3E3-E524-8984-7B60-2C5E0F0EA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DCD2E4-2F2A-CED1-BAAE-9F75A23BC0F8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Open Page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D7E8AD-0736-23A3-5B04-5C10AEC01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910" y="1882416"/>
            <a:ext cx="6974852" cy="4025917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DB671EA-B9F2-8045-E9D2-D7B0084CD95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95009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520A-59B9-2717-0311-E40F29BDA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53E6746-8052-F4F6-9064-B1276044B75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77FC27-2CAF-50F2-1515-0C93F171936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3ABE535-EB75-2204-D317-DE45189EE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9F7AE8-5C4F-5306-497F-ADF745FC3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8E8CA4-4DFA-2EAD-445D-1E6F4149189F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Open 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755AAB-E4E2-16C5-A853-9B188126F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555" y="1699556"/>
            <a:ext cx="7245800" cy="4053996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B5F1B-1481-D5B7-88EF-839E2B3D2E8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80856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0135-3ACC-62BD-0732-2F8A02F5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2A55BDA-30FA-161B-2736-FBEA9F78BD4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3DF827-6087-69B7-50C0-9B17A4065D8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E49C1D-B14E-0BF7-C09B-26122CF58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175D4E-9F7C-9AC4-0646-1F39B04A4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C5BEAE-5B65-D375-F331-C3BE679F1EAB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Open Page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C75AE2-10DE-BD49-391F-D698180A2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483" y="2157992"/>
            <a:ext cx="8098402" cy="2250105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A7D96E1-F54E-4BA3-E8C7-A2749089D25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371157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28BE6-3DF3-A745-E4EE-6B40B536A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2385C-78F1-EE73-AD67-1548A6AED51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47F065-E06B-67C1-CF73-9B3B8E91FB9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951AF2-195B-2F0D-F432-61CA94F1B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6378E3-DA50-F80B-7E84-29476B0EC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EB7F7E9-D8CD-E05D-BD6E-509640E61DA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Open 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7274AC-C8EA-D1BD-F892-C21246D88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338" y="2324914"/>
            <a:ext cx="6976533" cy="2508354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1D40213-2925-FAA2-047D-7A716ED9B8A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53592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1F1E7-4699-1699-16FE-51D835A9E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0F53F6-1B09-3DAA-7E32-45A8731C24E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773C1A-EDB9-B78C-959D-E7822443BBA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00006F-8CB4-7C89-75FF-FAB649235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EA76862-54B9-F175-5B93-559E337CC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297190-2D22-B240-CC66-B7064386810C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Open Page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C502CB-24E0-C6F6-3DEB-56830FECE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106" y="1732689"/>
            <a:ext cx="6596128" cy="4072086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DE00D0F-3F4C-B683-CBA8-2E0D9A7E33B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406172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B37C-7BF6-D28C-3566-3DCBA1959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66A85DF-CDE6-2491-BDEC-2D25D5C8B0C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C64B70-D0EE-854B-EA6A-E15525EAC22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4D653CA-26FB-1F81-691A-2FD8DDC23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39B44D-826F-7690-2259-FEE497227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DABDE6B-8913-1930-32CF-5AFDD8355DFA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Open 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D2C67F-6875-6E8B-14B7-F2276A22E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546" y="1784385"/>
            <a:ext cx="6675390" cy="3957665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232317F-7A7F-84A6-C7DF-B0E07C018BD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225761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3977E-6C2E-987C-3E0B-D8324EBC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EED6B-1C30-1339-F7D3-500B03985A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1893ED-2EC9-2138-6690-21F63BD2FE5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D4B0C88-A21C-5A02-ABF6-00D9ADFAC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62FA59-1D50-0084-F78D-6A8CCE3E3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416DAF-AE55-BE13-26C4-77090D27D9D2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Open Page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38998F-72C7-A33F-FBD5-A3DD0548B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602" y="1699556"/>
            <a:ext cx="5358796" cy="4195928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3C9D887-CA6F-D20F-194D-9A559BBD280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17678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75415-EBD0-E6D0-EFCC-1A145CD8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909FA2A-DF1A-0C96-D8AE-4E0E5890460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C17F8E-6816-DE9C-2124-CA2CCE7DF90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11BECE-521E-CE87-282F-E838887CA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FF0D62A-CB7B-3172-26F8-F2447CEB0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34B3FA-4D5F-CAFF-49DB-9064C8BF0606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Open 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2F0D1C-D2DE-CC16-B65B-A4B7DB238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722" y="1760345"/>
            <a:ext cx="6558005" cy="4186385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03112F9-F7F8-A0E9-4228-B3A546796FC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531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86D5-87B3-6850-D386-713F19E1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FACABE3-76AF-AE9F-B3D2-A068B5B0280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1669307-16D7-CCB7-0520-31D95011215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5D435D4-3143-FFBD-B174-07B1AD2FB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02F29CB-5F61-5BAD-6334-AF2DB4128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901E20-0AD7-F5A9-0A87-87A03A7D361D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Account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8C801B-6936-2E91-11ED-0E45100DD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026" y="3204427"/>
            <a:ext cx="1926009" cy="2046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5A9F32-9C42-842B-F3D2-BE4A711DA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453" y="1053225"/>
            <a:ext cx="5766973" cy="4977911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6FEDD7F-1976-B727-7D13-606A96F84F6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142160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99EB-09F2-41B1-94E9-52BE46D3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8C9F1C8-B45C-0C78-7BFD-43901C92313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1EB90EE-40AF-1DD5-8F46-CCCBF2410AE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8CC0D55-4730-1466-2296-2E9DD4C02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4E94DFF-0155-8CAB-ADDC-973A3DBC1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498572-850F-428E-2B61-64BE5FA46B68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Account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29084-82C2-55B6-7313-188A052B6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668" y="1376390"/>
            <a:ext cx="4688901" cy="3818283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F7EDFE2-6D73-1CEE-D543-37AA97944CC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148328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DC591-F397-7A5D-904B-660E8C4C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D8CEBD1-7A64-6657-8635-82E83116F61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5490FF-9DF7-96C8-98AD-C017F2E73B6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5F903B6-1CDD-D393-0FEF-82E212D0B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ABD8F47-37FC-8DDF-53E7-E642817D4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9DB298B-A270-DD92-3648-C45A3AD38C79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Account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C1964-FA31-3430-83F0-86DA8A28B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668" y="1376390"/>
            <a:ext cx="4688901" cy="3818283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7003B11-208F-A41E-2178-E08CA8818AF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341965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CA56D-6B3E-D0BE-DDB2-BEA7539A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D502125-8F2A-6638-BB90-7BA057D2A0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842594-D3C9-BE37-028F-1BF8A0BCDB1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085DAB6-4DC0-61C1-3CDF-B9FA9DFC9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F53242C-A4CA-BDDA-E5B4-6F90507BE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A6B660-E3D1-0A58-4A9F-A9AE5D013AAE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Account</a:t>
            </a:r>
          </a:p>
        </p:txBody>
      </p:sp>
      <p:pic>
        <p:nvPicPr>
          <p:cNvPr id="2" name="Picture 1" descr="A screenshot of a service&#10;&#10;AI-generated content may be incorrect.">
            <a:extLst>
              <a:ext uri="{FF2B5EF4-FFF2-40B4-BE49-F238E27FC236}">
                <a16:creationId xmlns:a16="http://schemas.microsoft.com/office/drawing/2014/main" id="{B1420AE4-BF71-558D-8217-30A8BE6AC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753" y="1882416"/>
            <a:ext cx="5555058" cy="3681171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D91FED8-F038-695A-1152-86C0FAE779D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89865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76604-5CB1-4C47-2DEB-EEB5AD73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6A4ED63-4A8D-0643-8082-5B895AF862B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B1D0F5-F115-3CE1-5261-BF400DD449B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D4EF5D0-A92A-7853-72ED-0928234E8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E69BE75-23FB-6F83-FAA4-6140EB69D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14D48F9-C20D-7F98-226C-DBDFA3F7821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Account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9DC34A-C521-A458-30C6-218673F56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106" y="2011875"/>
            <a:ext cx="5823357" cy="3203466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E7D48C7-FF5D-C987-6B6D-368CBDEBE2C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370252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0093-38C3-034E-F7BA-C5D9ED95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65047-7AA4-2307-51C2-9F072F86E70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BA7335-903A-370D-C2DF-24E846D2EA4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9A479C-C87A-A676-F9D0-5DDC6FF81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8563F8-D910-CC7C-1A08-541C8B948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811C7B9-14EE-FF99-EB96-A1C852089A5F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Account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A47EF5-CD0A-29EE-87C9-C4E092BD5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230" y="1376389"/>
            <a:ext cx="4999331" cy="4159729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1211555-5A90-B5D9-C208-766469D554F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157447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06E6D-D182-1FB7-AE72-0B05F95B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5E26414-2718-C51E-58C9-78233811CE4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AB0873-B475-B8CD-89C3-FD0190810E4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637875-374A-0445-D982-1EC07B7DF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DE379C0-2551-32F9-E0FA-9BCFC022E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E71D0C2-001A-B6DA-13DB-89847E4E290D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287C70-5FF0-0F69-A8BE-37B049D8E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026" y="3204427"/>
            <a:ext cx="1926009" cy="20463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2A00D3-3371-C5E2-EFA5-1954049B2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499" y="1086369"/>
            <a:ext cx="6131682" cy="5105937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5E9377A-5CF1-3000-38A1-82659796ADF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284064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8B12-7483-571D-1380-157FF0F3E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3789A6-95ED-CCFF-D3F9-05297129DC68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BD5C78-ED3B-63C1-A3DF-EBDB2CC4EE30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B000D2-F810-DD5C-16E4-49E0927F5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0BDECC-10F8-6509-A2F1-FFE29B6D7C2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B61FA1-F9D2-6F44-4288-6CE9397A352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225712D-DF37-E06F-1890-8824E901D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73F03F8-1773-B2B0-B077-6AB923E31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55302AE-EDB3-6841-FD76-E063E92E5868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Navigating the Excel Interface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B646C5-4D3F-E472-5068-4ED15DEA957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D3392-17D9-F0EF-716F-F52D77938A37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  <a:endParaRPr lang="en-US" sz="7200" b="1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26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16113-7A11-E30F-A4F2-3BA6A1A5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100866-13A3-2836-3D7C-6E8A57BB67D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31F08D-A0E0-A951-CC16-6012D897DC7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476131-83EE-A9C5-862F-B42C58B72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C870C54-368A-318B-36CC-A019B9B1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3C7306-6C07-5598-39E3-6775763343D2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Backstage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AFB19E-A7F0-A474-5563-377F1B232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864" y="1699556"/>
            <a:ext cx="7025868" cy="3755856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91CEC4-7F5B-A872-5FD7-ADDB4F24B06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Understanding the Excel Start Screen</a:t>
            </a:r>
          </a:p>
        </p:txBody>
      </p:sp>
    </p:spTree>
    <p:extLst>
      <p:ext uri="{BB962C8B-B14F-4D97-AF65-F5344CB8AC3E}">
        <p14:creationId xmlns:p14="http://schemas.microsoft.com/office/powerpoint/2010/main" val="424180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9C66-0CCF-3343-EA93-F890520C8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8BBBFD8-145B-6D75-30DE-EA0B20E9696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5A3DF2-E959-2917-0587-117A14E7FE5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B1A98E-D627-6FB7-B155-E6A633460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DC55C9-E9C7-B373-1395-E14E37D45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714123E-4809-B852-4A8B-8DB9D0F6F46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4D39C-B5DB-3C5F-0E96-3FC0D48F0BB2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Blank Workbook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CE2CA6-3F63-FCBD-F527-7F9D2DFF4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839" y="2222173"/>
            <a:ext cx="6886686" cy="37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8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75C3-35D3-8314-68A4-EA4F8373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B813430-D673-7B5B-604F-14C10E2AF5E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78AE33-C631-E3D3-F115-B494A4CB496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47AD82-FD84-CAF0-9D3A-D7909A7C0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743ACA9-5D05-C806-B44F-A906EB0DB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E0E71AD-8EEE-EFFE-CD73-5C3C01B68E8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D88CD-71E4-CD36-C0D7-B7724256A783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Title 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71411-843B-2B52-23BF-9E0AA268A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1800040"/>
            <a:ext cx="7001667" cy="7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0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058D-628D-B75C-B91D-A9C088FE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B0A3B9B-E7F7-FE41-E8B4-FB94B7E27D5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398A3C-BB94-5354-05F0-2AFDF9A8363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46D366-DBAB-F7C7-8407-BC09DA78B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1E99CFC-17B1-19F3-CE81-38B1C4973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D923D0D-2876-613C-FD00-31CB060079F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8DD18-8F18-AF57-9D65-244AF0309ECC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Title Bar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6BE4F-EB3F-91CC-7B6E-8C67BAEE5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450" y="2680037"/>
            <a:ext cx="6030608" cy="7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764-09D4-3525-7E0E-EF7A4200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A246504-6A5A-F885-FFAD-313AFD365D0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0CDE66-C168-8ABE-82CA-AE9235737E6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E76597E-5408-B50C-4F7E-A811679D4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AC05747-AC3C-5D36-BABC-758660E9E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C8AAFE-DC8A-82C6-6826-CB6EA485B8D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4B42D-C7A1-7A00-16BA-511878F81EE7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Title Bar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F09D8-F9DE-4070-3D93-351FAC3C2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872" y="1564696"/>
            <a:ext cx="5152260" cy="42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4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C7E61-5B73-458E-54BA-25BACAB9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C41F295-29B8-5A9F-BB34-D955FC56C19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EB3890B-14FC-A51B-9680-9CDE2C7F51F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BAA713-3850-39F5-7C2F-CAEBD8AC3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BF0C751-B9D5-C632-0C7E-DCD43C4E7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FAE6D25-3FE2-19B8-367B-430488F8A6B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0AE2B-B8C7-6D93-2CEB-500286F5DA3D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Title Bar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78D828-A075-A0CD-6617-0A0EDA3BB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076" y="1483541"/>
            <a:ext cx="5152260" cy="42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7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F5B1-535E-341E-35C9-39BA0600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910A155-F6AF-1A3F-A031-CF7600E515F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1A663E-F316-79FF-8752-4BA3F4A8F18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D9A5117-A879-1552-9FFD-BF82AC375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F5C8C69-7575-553F-585F-F3A7118C1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D746A0C-1AD8-6532-F79D-C7E74D95FFE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85CC7-1547-5F68-B35A-598E8476CF5E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Title Bar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2BE176-3154-E318-ADB9-856D603F8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60" y="1152357"/>
            <a:ext cx="3525443" cy="6463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B3E289-5B5A-8C3F-BFF3-D68560436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91" y="2383855"/>
            <a:ext cx="5644817" cy="360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56C2-36E1-59B6-6D5F-0539572FD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411EE5-7CAB-19A9-16AE-AFE6D6DA3C8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9D1450-5AB7-4FF8-934F-BE02BAE87F6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6BE2FBD-B5EB-4854-EF88-1934CBB64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26ADA5-DC56-D057-E3B2-CC5B37C42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994F615-07F4-1FE1-4C08-BD51ABFDE0D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B6B50-592B-0090-4586-7B3E45EEA08A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Title Bar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78E690-A86C-80B4-F8AC-4E3E857C8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60" y="1152357"/>
            <a:ext cx="3525443" cy="6463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86D392-2581-FBF7-92A1-C86349222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3195" y="2154347"/>
            <a:ext cx="6485609" cy="365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7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462FD-F400-830E-1B20-5CB6F150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66CD99C-FA81-0CB6-6E04-240BE351A5C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C0302A-2CE3-8D68-6D0C-446F764D140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0E0B54-E6E0-5D93-EFD1-9A72033D6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A91B58-570F-C0B6-23AE-7CFC4C7B9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008D3C-2955-0795-09D7-E21CC866D4A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24A01-AFB7-C1D1-B98F-CB64AA148588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Title Bar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6C32D5-51C5-CB7D-A9F9-4A05AEEC2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60" y="1152357"/>
            <a:ext cx="3525443" cy="646331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EFA4E2-C547-A8F9-586C-AAED6B846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784" y="2210589"/>
            <a:ext cx="4617696" cy="359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2E7C-F394-922E-EBC1-364930C5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176520-0F4E-AC4E-CB1E-564394682FB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038E62-17EA-21D4-BA6E-96F452AFDF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7159EE-8A49-AC96-7471-7A496F938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FF836EA-EA58-7742-53D2-125B70C3A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D51B011-2A69-F68F-816E-EB35155A54C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736DC-3ECF-A656-A8C3-3683B0B66BD5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Title Bar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C4B49F-1D70-FAD9-0353-8541F8843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60" y="1152357"/>
            <a:ext cx="3525443" cy="6463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A5386D-4A64-1709-E4F1-6B51BAB95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332" y="2902123"/>
            <a:ext cx="4151619" cy="149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9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E7FE9-7378-B1EE-03E2-1977EA67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A7342C7-A6AE-B091-B6CA-C977AA92D7B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C91526-FB7F-CBD1-CCF1-4846DADBF12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BD0071-AF58-B3E1-1BD5-66DD49951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C6EC596-77AC-4392-5F62-8BFA96C09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915CBD3-B904-211E-9C0D-1C223BF3AFF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A6294-2FA3-4A68-D081-FA438EF8A228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048DD-6C61-063F-F063-98EDD8266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556" y="2993818"/>
            <a:ext cx="7924887" cy="8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2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E9017-52B0-D921-CEDB-FCB1E3424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6360944-DC1A-6FC0-7267-650C5F9009E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48740D-EB1C-86DE-C0D5-5690C3C69CE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7D60F10-9FAB-3BE1-6353-BBF10FDB1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3E64A3-90A1-A718-3296-467EDBFD3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3BBAD27-2593-8398-A903-BDEE750A4A8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F7C00-FC84-B4DC-9D98-974C32AAD79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DB61CD-0A19-BB40-388B-6C004110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716" y="2786555"/>
            <a:ext cx="9494517" cy="121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0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5C99-F437-EB76-426A-011E39CB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446D3F9-3A4F-136D-58AC-826980FBF32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7A487A5-4541-E0E0-1D40-164B01EBCCA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18C042-CB53-CB8D-C41C-EF217099E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174F253-BCD9-2159-5917-7541F3265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D3B182B-EBDD-23E4-2C28-6ACB8829EE4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4AE01-52DC-57CF-7D73-BDBA91DE5512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DB1561-602B-1BD9-367A-0874B861A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2519505"/>
            <a:ext cx="9175768" cy="13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0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81534-1A00-3FD6-00D6-5CF4ABC4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EBFAC92-1C39-C124-C544-643A5FF48AA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F22358-69BD-F8ED-79C3-A249BADCB35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63B49D-33B9-789A-A2E0-3BB8A7269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0B18A4-760F-0DA5-F77B-254085C9E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8B2FCB-36E3-0EF3-4760-D4C385C0F4E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5A652-538B-56CF-39B1-27F0A670534D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E408BD-46E4-92C0-6252-B5E91AAE1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2519505"/>
            <a:ext cx="9175768" cy="13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9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B6FFE-E9FB-D319-EAFB-8A79A042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379E4A4-FA1B-B04C-9D51-4DA0304F3E1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098A99-1B76-BA2E-9965-CE8DDCCD72D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4C5DF2-D076-7317-440A-49E0A2684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677ABC3-890B-FF57-AB63-977E6B675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EE7023D-D63D-880A-912F-E9CA1B6E780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64257-352F-6AA4-AE2D-03B8597D4D09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DC7F9D-61F2-2A41-E85C-88D81305C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113" y="2304133"/>
            <a:ext cx="9295765" cy="183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B273-8110-DB0D-7CDC-016BF585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B89E9C2-D467-914D-F461-5726F86BF03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9F7FD1-3DF6-A217-34C4-C5038030699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52BE43D-FCE0-2F51-7F24-68EEC9688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87F973-BE4C-2710-E841-F9DE614E4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75F9C08-BCD5-73A0-AD43-9FB368E5FE6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6144A-0E9E-31E7-4830-28AC4600C0BB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EA89B-0388-180E-58E4-45E1492E2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380" y="2618007"/>
            <a:ext cx="9262657" cy="138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4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DAAB6-355A-1283-E1A7-8FBA63C48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5C8D68-0963-C4A0-1D02-5D5703ADF8D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FFFA7A-7E75-6CE3-2635-79B11B215BC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414920-6A89-AD5B-ADDE-1EB77F61E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634D18C-7CF2-7F2D-BBEB-F826B46DD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DFE172-0CB0-9A23-9803-A392938D0B8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E13C3-73CC-0E42-DFF1-709DB04C6476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F30DCE-8921-A1C5-299E-C41CC9FB6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254" y="2312099"/>
            <a:ext cx="8677574" cy="18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9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B835-3F05-6E50-3481-57009BB2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4991EA-1662-1D78-5246-3E143EF297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553D6E-48D7-F84C-60B4-6641F72CDA3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9A37E5-037D-FA86-6F39-EDB0CCB40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9D316F4-E2C1-F105-18E5-B0607EA11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4E5A7AF-B06B-D2C9-6482-BF92D10BFE5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B639D3-7F86-6EAA-64B1-55C371A324F8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80CEC-AC74-D5E4-BD7E-81858ADAB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14" y="2663469"/>
            <a:ext cx="11049790" cy="121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4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C954-B0F8-1060-D886-B71D01A2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F6DC417-DFB0-8D61-ACD4-734BBA6EBC1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81EE1B-913F-3120-9AF6-E9BCF781C91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E02CBD9-F3C9-DD3B-0E59-4D589F5AF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F8EA99-4166-59D6-C462-CC313184C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3CA2DE-9B8B-FD37-F7CF-975ED4CB9F7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1038C-0350-9937-8F0D-5C1097D3BAC3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2CA520-FB1A-BF45-2AE4-55FD2452A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044" y="2415124"/>
            <a:ext cx="8243994" cy="159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1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9D3E-E3D5-8755-8DA6-5EFA916C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5403D70-E8A5-51CB-3B54-0EA5C497E3F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CAF490-0211-232F-B9AA-F12EE8F3F5B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D64C9C0-22FB-155D-7B26-720F9415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F0D6481-381D-191D-C76E-6554261F2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6982958-DA41-01C6-8B2A-AD4563ACC80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6E8FC-4572-5F0F-E6DC-2B0D0DBCADEB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38C7C-FC44-CB38-3ACB-3E4E58723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053" y="2302816"/>
            <a:ext cx="9867786" cy="12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4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4637-804C-9280-A17D-9DAEEB86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937BEBE-4FA7-A842-C5DF-A2AF543D7F5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F5CFF8-4416-812C-F6C8-66FEBFBD274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08FED01-47FE-C4F0-0FE6-99780B9B5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D864C2C-7EA3-8DA4-3792-6FD9C8D65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16EB5ED-B096-D414-7B7A-1D1A7767B15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F44957-D6CD-3616-7145-25EC7E6FF1E7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11F356-0F6E-D48B-60D3-CBB7841C9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022" y="2651977"/>
            <a:ext cx="9080510" cy="101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2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9080-7A5C-7BB0-EAE6-DB3ACA14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3C223B6-2B8E-33C7-5AE6-9F1FCB47B3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E4195F-34C1-7ECE-73A7-A7CB5794CE1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D247556-F39C-0376-3162-44E9D4F58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C7C4C3-9383-9B48-D588-4438D6AA3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4BF9658-686C-2EFF-7A51-B06C790B081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A8FF8-F72B-3E83-1E7E-FB52F09DC96F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503D4-7F69-6309-353B-6F5D00492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587" y="2445517"/>
            <a:ext cx="9949805" cy="113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2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A9AC7-5163-5504-159E-A91069F5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422120E-1F2A-5018-AB2B-64EC4E96E82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2551B9-32FB-041B-0A80-B3F4B86A447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6E50CA-6F91-DD40-A388-34F6F7B89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16439CE-9372-0E4D-0C1B-D9A27914F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FF1EFE1-D9BD-7975-E76D-9AC8E3E68F1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1F2FA-ADDA-B06C-2F45-3E45AA4BD8FB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D1E0FA-C71F-ECEA-EE07-C84AE4E44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641" y="2555742"/>
            <a:ext cx="8188209" cy="15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53C7-E3D3-A5FB-991E-2B6DDDBF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F5F30A2-8C83-DF83-EC89-D873B362154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DB85CEE-4326-0DFD-1A33-FBF6701C658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5D27FB-6BE4-9626-4D82-8E4BC4201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DC7D12-E96D-89DA-3035-1A716BA96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756E1F-357F-D9E9-961B-13A9DA464F9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FD929-2166-027A-D43C-702BF2A01F96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Turn on and Off Ribbon Tabs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84637-E0D2-D764-11B3-15E5592E3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889" y="1699556"/>
            <a:ext cx="4806202" cy="395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3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A7FC-1D1F-C03A-6896-E0BCBB1B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092DE1B-134C-4FE4-74C7-C718086D258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91B8E7-5149-4967-DDF1-AFFE0EEB249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486596-9054-C829-9355-E5D995A4F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40B1B0-DDE5-EF00-F172-E201BD28E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CAFA003-4DB0-95B4-5273-61276508741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58978-FDAF-C96F-6DC5-E112D68D397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Name Box</a:t>
            </a:r>
            <a:r>
              <a:rPr lang="ar-EG" dirty="0"/>
              <a:t> </a:t>
            </a:r>
            <a:r>
              <a:rPr lang="en-US" dirty="0"/>
              <a:t>– Formula Bar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598314-E414-0D14-DFAE-5B9338937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601" y="3059591"/>
            <a:ext cx="6522464" cy="11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9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4134-3DA0-3D1D-6DB5-D63B3A86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A41DBF5-23BB-488B-B832-3CA9E4D7BC9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0C9574-5B76-059C-ED8D-B9D68D6A26E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8666B6-1C9D-A972-1565-8BF81050E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43BD7E6-750B-3502-19DF-263552FFD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DFA9011-78F6-685B-74E2-3C677AB9227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2762E-B321-8D28-0D6D-0196A19A6122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The Worksheet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21041-0F36-9992-163F-D57B28444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662" y="2109598"/>
            <a:ext cx="6139154" cy="353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5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9703-BD14-4F5E-25AE-003B37C4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A4898AF-12C8-343F-D610-A84ABB6D2DA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6AD881-FAC8-4FC1-0BCC-AFC1DB262B8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0CEB58-751A-F0BB-CA9E-9D7478522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64E82E3-113E-0C23-205D-CAF8A7E17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B3093B-006D-89FC-FD22-629E94BD2AB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78EBE-CE78-7867-68AE-F5182D10F52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Cell Reference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4B97C1-8EE6-ADD6-A573-A6890A20C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170" y="2532404"/>
            <a:ext cx="5919077" cy="228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2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9ECC-2B19-C8CE-9FBA-16C999E3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89C9A78-6D13-9562-6FF2-6B592BAF8F5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0A45F1-AB76-BB10-2044-CEE2DC65A03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FEBD7E7-98A8-85A6-8591-78A35428F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2453F92-51FC-1753-BC27-FE0881E9F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D06D55-79D0-E8EB-0175-64085542C5E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6125F-3D9F-A18A-2203-E080E7969933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Sheet Tabs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478503D2-683E-02F7-E8D4-E94CCCE8D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161" y="3597400"/>
            <a:ext cx="4609932" cy="131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3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4A26-1CAD-F72A-1A40-E7D4C037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A564876-69D7-4F8F-C532-94A26FC6B63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E66045-368A-237D-6867-046C3694497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FC9E876-9B16-49AC-566D-7C4C6A0EA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226C874-B1A5-8CC3-2C05-7168B5DFC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48D77D3-4D64-96AF-B81B-24402949041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721D7-FC20-8113-12AF-95818F8C2BD0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Scroll Bars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1C2DF9-A8CE-6C52-5791-61B85CD31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37" y="2199401"/>
            <a:ext cx="4968654" cy="316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3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9C80C-DBB9-4CDA-919A-55A9FCE4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33D733A-3A98-A443-E17C-60D9C30E29A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F3596E-2AB1-32F0-66D4-B49C9ABC846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B88523-2951-982C-9D43-836943E2B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69DBCA-9DBA-8E7A-5E06-E11B3937D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916E2A2-8A49-9F15-25FD-43BE58407E5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6D60E-F886-8BBA-2C79-6F44925B4C63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Status Bar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E94C9D-1CAA-2A2D-02A1-5397A15DF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906" y="3429000"/>
            <a:ext cx="9700604" cy="135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1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DA8D2-88A4-2C81-0E9E-17863387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D723D26-E819-0455-9AB9-2F72ACF9D62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46E4D2-EA62-76F9-2D77-9FA2413DEB3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C2AD56A-EBE5-773C-2A21-2330BB0F9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3095DE-CD33-AA1B-CF15-A915A9AD2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155CB5-6B7E-6C4C-E729-E5006851B46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Navigating the Excel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3D334-0E18-0D71-C139-77A21217F5C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Status Bar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0D3996-9544-C23B-4057-28AD4B2AB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906" y="3429000"/>
            <a:ext cx="9700604" cy="135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057C7-C2E1-15CF-27F4-D93B0152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1926E94-BE31-2D14-B781-306587A38E6E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69361AC-75C5-7189-35A6-B294BC315A19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1D5D25E-AE5F-689C-DA8E-835420A61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4885D4-CBAA-0D53-535C-331AE248AB5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C16818-66D1-8F0C-31F2-929321704E6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5A427CA-D43A-FF81-4B3C-46E860CC6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70E8FB0-821B-03F8-37F0-FBBA0E6AA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541115C-7401-3147-B0B8-81B2AC62C9E4}"/>
              </a:ext>
            </a:extLst>
          </p:cNvPr>
          <p:cNvSpPr/>
          <p:nvPr/>
        </p:nvSpPr>
        <p:spPr>
          <a:xfrm>
            <a:off x="2907102" y="2551837"/>
            <a:ext cx="876443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Working with Ribbons, Tabs, and Menus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7A7F1F-9BA2-75C4-37EA-42D4F14D8F9C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D98DB-EA76-2BCA-DFF2-E3D42A3E6DE2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  <a:endParaRPr lang="en-US" sz="7200" b="1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33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6658-2988-0B98-6268-DE666967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A361C97-8832-E81D-E7C6-E0D701320AB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9F3712-FCED-FDBC-33E6-311C42C65B7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81FF2E2-EC10-3880-63EE-CD42659A1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5C4F0E9-206A-C61D-3058-0D8DF03A5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1744B4C-61F0-222A-603C-DF280DE8A41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Working with Ribbons, Tabs, and Menus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865BF-9DA3-1D6A-D8D4-C74E41241CF5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Tabs and Ribbons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042186-3DF5-81D7-1F50-E07A37F47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532" y="2190599"/>
            <a:ext cx="7472408" cy="13941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DBE3B0-1E5E-C760-57F5-5D1F31BBC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762" y="3908316"/>
            <a:ext cx="2331147" cy="190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9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A2888-73CE-3BA5-BA3D-9587CB83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25AB371-C1BF-C8FA-B619-11B6BCD484F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BC776F-40C1-79A1-B081-75C9E8D0040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0C5A595-CF5B-F70F-3DEF-9C5D7B08B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0169C80-B684-A5F6-952E-0B53D92E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FA02323-1952-6EBC-36CD-9D1D284E0E5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ar-EG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Working with Ribbons, Tabs, and Menus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13179-2CD4-445E-62B1-796224AE9A12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Contextual Menu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C6349-CC0D-9A04-D595-279C72984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2319397"/>
            <a:ext cx="2938071" cy="18396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AD938-8D45-B1F7-F1A6-7FBFAC573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762" y="1530282"/>
            <a:ext cx="2544722" cy="393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8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BACE-F832-6933-4EA6-436D4CB8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9659B59-C20F-A1B0-14F4-14292441CC6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F4C2AA-1EB1-2B72-F1E3-4A9EEE217C3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CB05BE-EDDE-17B1-286F-CA2C57E73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4027F2E-333A-B817-CBD9-035955B6A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7D4504F-2F8D-069C-353D-DC4D2A8DE6E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</a:t>
            </a:r>
            <a:r>
              <a:rPr kumimoji="0" lang="ar-EG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Working with Ribbons, Tabs, and Menus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E7415-D667-E8A9-A4C8-A43865B37037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Mini Toolbar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8D406D-EFEB-FD4C-DD75-767C6F546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230" y="2791025"/>
            <a:ext cx="4580522" cy="208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880C-AB6A-C205-5704-059DE0DE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16AC5CE-F480-DA15-8162-6DF450FC53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2518D8-FB18-1A11-50CE-74C2B3B7A7E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E6FA6BF-C084-CFDB-FF36-99F8979A0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D8D606-55B5-2299-593A-07C593B78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6D09037-EB57-A567-C54F-E608F0C7E0F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     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Working with Ribbons, Tabs, and Menus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3C2AF-77CC-2EBF-49AB-BEB7E2AA720C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Mini Toolbar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DB57EE-9779-6816-486A-CE3D58595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256" y="2006021"/>
            <a:ext cx="4580522" cy="20838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B3412B-7745-CAEA-2911-303D48955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546" y="3607855"/>
            <a:ext cx="5498813" cy="175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0353-7501-DB52-58DF-9F7E1088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BE3E66C-9D16-E87D-79DC-96E3045393A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24B648F-C635-726F-E32D-3182D9BFC81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EE00ED4-8668-4DC6-79EB-A9BE05954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3C9A67-75D2-24D9-994A-27C7384FF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1653417-4238-C324-9B86-EFCFD8EA5D4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</a:t>
            </a:r>
            <a:r>
              <a:rPr kumimoji="0" lang="ar-EG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Working with Ribbons, Tabs, and Menus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6E37F-7CF9-7D4D-3689-64D16292D30F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Diagonal Down Arrow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AF16E4-D515-B757-A7A4-384A0792F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853" y="2096272"/>
            <a:ext cx="5282817" cy="299394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728BA9-4059-D72D-6237-90065D9F9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377" y="3092429"/>
            <a:ext cx="3175599" cy="290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9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1070-83D0-D958-6316-4C368851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DB321A-08C1-BE47-EA34-355126AC8E1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EC0B26-C5D4-942D-330B-A2BD6A7CD30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4D07B32-D660-9C00-2229-26431C4C9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D209D7-5044-4A14-66FF-3A1DC892D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14C7F7F-477A-E57E-93EB-D4215D99A24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</a:t>
            </a:r>
            <a:r>
              <a:rPr kumimoji="0" lang="ar-EG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Working with Ribbons, Tabs, and Menus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FE8BC-54CD-B201-448F-C3C7F57A88C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Clipboard Pane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59A4C3-4D85-7CFE-CE8D-57D68358C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500" y="2757382"/>
            <a:ext cx="3323877" cy="216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8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965A-9A29-D17D-CF93-7E65D236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2BB73-860E-52CF-3868-55AD123BB96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38ECDB-59CE-3474-85B8-C54DC461018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DAF3424-219D-4E70-40D5-9B416110C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2B1D15E-0B85-8EBD-BF44-D6E870B22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1B180-AAF8-B8A4-89BB-A3A8EBD490B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</a:t>
            </a:r>
            <a:r>
              <a:rPr kumimoji="0" lang="ar-EG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 panose="00000800000000000000" pitchFamily="2" charset="0"/>
                <a:ea typeface="+mn-ea"/>
                <a:cs typeface="+mn-cs"/>
              </a:rPr>
              <a:t>Working with Ribbons, Tabs, and Menus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5D588-98D9-359E-5404-90D8AF9133AA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Hiding and Showing Ribbon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DBC15-C5EF-9DBD-146E-FD07FCAFF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375" y="2584326"/>
            <a:ext cx="3563287" cy="1171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248D4-EB4E-81DB-D3A9-C150F05D9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583" y="1882417"/>
            <a:ext cx="3637414" cy="365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4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0C0D-C1B3-A1E9-443E-AE4CC4F3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EF4A006-3FFE-844A-AB18-46BF3E6D57B2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88D4FB-B734-3A64-94F0-E360510520D8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4D87E3-7BCE-0FE4-62DF-B02F195C5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8644FC-87EA-2C2F-68E2-792BFEEE062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23E1C5-2B7D-212E-71BF-A908E2A4213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33B68D-FAC4-5275-C49F-9A134FCA3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0E1DF2-C717-14BF-5F5A-0D3933A81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51BFEC-40AD-3B77-CD1E-899A0AFCC303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Exploring the Backstage 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CEB4AC-D32B-70C5-A67F-E9EDFAECD804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504249-B81D-8332-D8D8-9A4D2B2CDA0A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5</a:t>
            </a:r>
            <a:endParaRPr lang="en-US" sz="7200" b="1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13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A5CE-B66C-A3A6-27F5-1C5791A65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8F59F-BAF5-9CBE-A8A7-25D0E0AB12D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2159AE-A24A-7E09-ED8D-D7C8A838AC4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3D1621E-0717-0CB8-A716-4EDEB706F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694564E-E02E-7B6E-59A4-C10F81D24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708B2FB-51CC-A449-0202-3936ED0AFEF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the Backstage 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5F4AF-8983-71F2-E07D-FA17666D995D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Backstage Area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F2357-1D4D-5941-C466-F93D8F07A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420" y="1882417"/>
            <a:ext cx="7175817" cy="384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A3A9-BD51-5500-908E-2F8D2DE7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2AA3849-BB4C-B7A2-0CA3-8A6A4FA38FF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E1DF18-A2C6-344F-4F65-330A41CB216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D62234-308A-0B16-B83C-A4C3649BD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81F19A-1EB0-A53D-FDB8-14AA0BB52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1E046EA-B86D-4BFA-61FA-4478ECD12FD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Exploring the Backstage 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4AAFB-F084-A6AA-BBA1-14BC89D9C5C2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Info 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121334-8CF9-F989-88B9-1BB8AFACE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030" y="1699556"/>
            <a:ext cx="5156818" cy="4019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46EFBF-D48E-7323-AF6A-B01EDDA9B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20" y="4427219"/>
            <a:ext cx="1163532" cy="11534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2DD16F-8401-611F-44D7-B62DE5797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20" y="1907185"/>
            <a:ext cx="1709701" cy="223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8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EE2A-3D81-7AD9-A9B7-057922EC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D6D034D-6CF2-860F-0BCB-49AE07A7155C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DCA322-1405-025A-D64F-3FF1939351A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7245EDA-34AB-0B48-0E5B-A69775250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499AB4-20E3-9DBC-BEF1-796F3EDA77B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0E85BF-D50F-8706-A851-E4C3FC45C9F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BBC1253-C066-2454-538F-A7766586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1C326F-05BA-666B-17DC-F5577D4CE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6E8BC30-AE9E-897E-6C59-B202A6A5D185}"/>
              </a:ext>
            </a:extLst>
          </p:cNvPr>
          <p:cNvSpPr/>
          <p:nvPr/>
        </p:nvSpPr>
        <p:spPr>
          <a:xfrm>
            <a:off x="2907102" y="2551837"/>
            <a:ext cx="8367623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Customizing the Quick Access Toolbar (QAT)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4E9864-66D8-9D11-5CA2-FD769C709C9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EE8324-8E44-B5A8-DA5D-D2B0AA330509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6</a:t>
            </a:r>
            <a:endParaRPr lang="en-US" sz="7200" b="1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47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E2F33-3136-F28D-C2B1-2089475A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234CF44-0296-72DA-35A7-B206AB3E0C1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A9DE5D-F57B-9993-D729-5764CD5B8B8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3B6642-1BC8-EE9A-F12C-59D4156B6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EBB93E0-E86A-A757-5B15-CF66B2985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4D88F0C-2BCA-9E83-B854-A1B7D440A4E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D680-CA30-5A3D-F73A-23FE0AF14E66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QAT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6B35AC-FD90-5085-F333-8FF974EFE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271" y="1376390"/>
            <a:ext cx="5819754" cy="870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898F65-B807-36DF-2D9B-FA46AE643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849" y="2410200"/>
            <a:ext cx="3284441" cy="365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0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484BE-B0D2-BF27-D21A-A44F3769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699D411-A92D-0E6A-5F90-CEC834CE6AE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48E32D-9DEB-748D-7DA1-DAED4707682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57FCFB-6A7F-AE10-B6A5-AD57AA8F9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6C4D5B-B267-783B-40E2-5BCFB1D79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3AF8DA7-EC0F-E12C-958A-62A858833D1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ar-EG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AD231-2EE8-D931-8990-39CF29FD8C64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QAT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B3271D-8627-319B-4E06-9E296AF6F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539" y="1699556"/>
            <a:ext cx="5107303" cy="291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7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1B2D-7818-FB22-CDCB-4BD5615F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A906276-1D89-2F56-2EC1-3EFFBC6FB46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3058BE-574E-5970-20C7-03B2732231D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149D97-752C-E9BA-BF24-C56A9464B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30AD72-5617-EE25-4F15-30B606FB7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A54C4E0-4BEB-DE62-4CF4-FA51DA2E590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CC8D8-D5E7-FDAF-5C3E-3B6850A15F3C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QAT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73A406-9EE0-6984-F7FF-DAC65CBC9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268" y="2046114"/>
            <a:ext cx="5283679" cy="331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5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9289-9947-93DC-B2A3-A15D456D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08907C1-BDB6-B8EE-8A71-60CD00A0A97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3BA7D5-29F9-8994-F06A-FCE9BC52D28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0C639D-E4EE-E1BA-D945-7D9097DE5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C78F691-25E9-177E-A285-0DF30E09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856D68F-4746-C7DF-53AB-E674CBBBF65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D5DAC-3E5E-7EBD-37D6-6EBCD0E420F8}"/>
              </a:ext>
            </a:extLst>
          </p:cNvPr>
          <p:cNvSpPr txBox="1"/>
          <p:nvPr/>
        </p:nvSpPr>
        <p:spPr>
          <a:xfrm>
            <a:off x="1158097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Turn On and Off QAT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2C2FA-A2A6-D4D8-5861-9BE97FAEC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839" y="3323493"/>
            <a:ext cx="5333267" cy="183510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8C1AD0-8796-DD31-E61D-2C42C1647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721" y="2454299"/>
            <a:ext cx="2870200" cy="235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2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AC6A8-7FAA-53F5-BB65-DF48303B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394B16D-D76B-BCD0-0E76-16C28C9B9BA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D57314-7648-63A2-1094-27A000E4AD7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159F5C-4348-F5D1-BEA0-C33D82BA3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D03CBC4-FF77-D761-1E98-FC45A4EC2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84A3E52-CCAE-C70B-1CFF-11E351C9514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5E4BC-D779-9705-1903-998C6C15E382}"/>
              </a:ext>
            </a:extLst>
          </p:cNvPr>
          <p:cNvSpPr txBox="1"/>
          <p:nvPr/>
        </p:nvSpPr>
        <p:spPr>
          <a:xfrm>
            <a:off x="1158096" y="1053225"/>
            <a:ext cx="9348877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Adding More Commands to QAT from Ribbon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5D4F57-5EF3-5013-7CDB-E302823EE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179" y="2823845"/>
            <a:ext cx="4132963" cy="257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9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0E248-461D-C980-62E5-A3AAF123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488D9-E9A8-0C0C-F1EF-F26C10C7C00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127342-2156-951F-C985-F1B17F8701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781328-D34D-4F06-DF24-1ECC78D62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C07437-581B-9431-BD3E-66AA813E0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F56B743-A22D-0A63-D45C-CF3C7FF946D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444F3-DC65-2186-B86A-C7AAB32CD07E}"/>
              </a:ext>
            </a:extLst>
          </p:cNvPr>
          <p:cNvSpPr txBox="1"/>
          <p:nvPr/>
        </p:nvSpPr>
        <p:spPr>
          <a:xfrm>
            <a:off x="1158097" y="1053225"/>
            <a:ext cx="5622266" cy="120032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Adding Commands to QAT not included in the Ribbon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320D95-8AC7-028A-509C-C2B169F6F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15532"/>
            <a:ext cx="4672881" cy="383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2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349A-8A0B-E5D7-9445-BEC686F8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04F860-E266-3CEB-E02F-4AFCF730D4A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D841D1-39A4-18E8-28AB-AC8DD395268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6E91A74-30C3-1A28-8FD3-3865D9235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2A5A067-3176-1919-A81D-28C614615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C57CBAA-6DEC-814A-04CA-6A78903CDB8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732E2-05C4-404F-9966-72D8D828BE82}"/>
              </a:ext>
            </a:extLst>
          </p:cNvPr>
          <p:cNvSpPr txBox="1"/>
          <p:nvPr/>
        </p:nvSpPr>
        <p:spPr>
          <a:xfrm>
            <a:off x="1158097" y="1053225"/>
            <a:ext cx="5622266" cy="120032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Adding Commands to QAT not included in the Ribbon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48CF64-535E-DC5D-9F3C-366D850B0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521" y="3064892"/>
            <a:ext cx="6213684" cy="165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3A598-516B-1C1C-E2E2-5BFCC1C53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E3E08E5-1661-82FE-0B5F-4690BA945AB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251793-F1A5-67EE-2AFC-BAF3D75A20E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5321D5-0F25-D070-A760-0E20869F6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9EBD41-3CC6-80C6-5083-60935A338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EA8E05-8972-B3A7-8EE4-837E1588041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B9106-7319-95FD-C941-7C1AF8F3434E}"/>
              </a:ext>
            </a:extLst>
          </p:cNvPr>
          <p:cNvSpPr txBox="1"/>
          <p:nvPr/>
        </p:nvSpPr>
        <p:spPr>
          <a:xfrm>
            <a:off x="1158097" y="1053225"/>
            <a:ext cx="5622266" cy="120032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Adding Commands to QAT not included in the Ribbon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8C8211-7171-201C-EBF5-261EACA89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829" y="2485072"/>
            <a:ext cx="4770479" cy="331060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BF971D-FA37-36A9-AE16-1B1DA75CB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097" y="2832581"/>
            <a:ext cx="3323647" cy="254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5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A3DE-7AA2-E6D2-9BE8-F5853FFF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9B2892-B339-B507-7420-6C0D3EDAB0D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1AF9B9-2130-084E-D79D-126EC618074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117F05C-F452-2528-B4F4-71F284ED9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5A62B3B-226F-A383-9AFB-68CDF2CCC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CE2B4D5-D0B3-8FC0-A601-BDB7E497427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Customizing the Quick Access Toolbar (QAT)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3493B-D973-0A24-D657-41463CDDB669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Remove Command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D1FB7E-3F96-3412-910A-F8B973511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951" y="2880312"/>
            <a:ext cx="5673630" cy="19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2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6E5B-FCFC-E583-17BF-E7D195A8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07121B7-12B1-3B4A-DA87-0FF59A7FB8A6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3ADBECD-DF6A-8247-3DE6-E1EA496703E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C2767AF-5CBD-00F7-55CB-BC6F9CCE6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631D007-40C8-ABEB-A18B-1063DFBD862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37F4C3-EDE1-614A-E8C5-81BC23DC163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82ACA0-1E01-3B10-0F5C-81FD9DA23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7BC6EDD-644C-6A31-F0D0-CA7D87CA2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7AC92AC-EADD-5C2C-DFC3-C910EF7E26B0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Mastering Useful Keyboard Shortcuts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84C403-3698-1245-2B67-58CBBD247A82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D32139-FDC0-7F4E-31E1-CA3E998868CC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EG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7</a:t>
            </a:r>
            <a:endParaRPr lang="en-US" sz="7200" b="1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46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6EB5F-2440-1C3A-8603-45095DD0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677ACDA-95EC-DBC7-018A-9CE7117C6C8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87662A-ACB6-BB64-8671-0ACE222DF61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7B66FD-AE24-8FFA-6F4B-2A7E5389B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40C410-64F0-57FE-ED17-C4D20215E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3C9CC47-C2BC-61AB-48ED-9FD8F03F9D9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Mastering Useful Keyboard Shortcuts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A3A7E-E6C4-61F6-C34A-99A168E33717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Shortcuts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B0894-F42A-60E5-00C1-BF86292EE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177" y="1988170"/>
            <a:ext cx="5843843" cy="10397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2701E2-797C-5072-BEC8-E949E9EB2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855" y="4188654"/>
            <a:ext cx="5204485" cy="12813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B6C7C0-B435-6E6B-AD8F-91FBE3C37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855" y="3012051"/>
            <a:ext cx="4764377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1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8ED4-891B-AC6D-C527-1E8197A8F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0EF620-12C8-C67B-1B7F-C8C0E7CBD5C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AD9A44-D863-630A-FBDD-FA711DDABA2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D5D854-1169-CEF1-1CB3-0F5404CC0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A09AD72-4C98-668F-3047-71394D114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31C9816-8BD2-E463-F9A2-0EFB4F32F1DD}"/>
              </a:ext>
            </a:extLst>
          </p:cNvPr>
          <p:cNvSpPr/>
          <p:nvPr/>
        </p:nvSpPr>
        <p:spPr>
          <a:xfrm>
            <a:off x="-142582" y="-77207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Mastering Useful Keyboard Shortcuts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4E4DB-2A3C-963A-ED1F-E86EB33A72B7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Shortcuts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BB8D9A-A70F-FC04-3BEB-7F194B598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810" y="2309520"/>
            <a:ext cx="5341740" cy="646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56DA9B-B86E-F9CB-AE54-3114DF672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6810" y="2955851"/>
            <a:ext cx="2404529" cy="5587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E9E2AD-95F8-EC08-4F98-05E1CC2F6B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6810" y="3528158"/>
            <a:ext cx="2506608" cy="5587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525F15-178A-6639-31A6-24C15C71CC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961" y="4100465"/>
            <a:ext cx="2384623" cy="52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71C32-CFE3-55F2-DABB-E4A33C41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69A523F-B46D-3B2D-D387-0E4BE6024D9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9D2F78-7983-5930-A946-9E7FEFF7B56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608A1F9-442B-124E-9076-65F2C89AD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168983-F866-407B-B343-C84638BE6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AB89450-198F-E614-E5D0-090A5E2B81D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Mastering Useful Keyboard Shortcuts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95787-4591-7580-6CE0-283426D1BD0B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Shortcuts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3A93C8-F91C-FE73-C9DD-87DFBEE86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543" y="1757228"/>
            <a:ext cx="6824056" cy="6463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6DEC38-3587-B953-E8B8-3227E76E5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469" y="2442377"/>
            <a:ext cx="4211149" cy="5447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A531B9-943D-4BB4-0C26-43BB795FF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469" y="3065041"/>
            <a:ext cx="4832415" cy="5211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5F6AC2-79AB-3076-1986-A6B401C2F6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8042" y="3664049"/>
            <a:ext cx="5560298" cy="51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9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A3E5-79D4-CDA2-DF55-F5E10989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762F8DF-73D0-DD10-E076-F7F39B648D7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5AB09D-5950-0115-1B37-EA40F2DB1F7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49B796-F62D-9C7B-6DB9-2B9544A73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E458FE-3E1B-815E-147D-8F5020C83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0F70666-1CD1-C5A2-EB98-04A0AC03ED5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Mastering Useful Keyboard Shortcuts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BAE318-BA6E-3A0E-DE48-63589EA20283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Shortcuts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F19BD-A9C2-0DA2-9C83-5A15081A5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339" y="1882417"/>
            <a:ext cx="5657566" cy="11627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FF9FA2-9A66-29EA-78B2-38644B80A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673" y="3300394"/>
            <a:ext cx="2947274" cy="434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5C5D0E-594F-0269-2605-93776F469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9277" y="4154912"/>
            <a:ext cx="5323846" cy="93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63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169D5-9DE7-525B-F4E2-8981C1B3B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AAEE8A4-CC6F-E29D-527B-B1F8D7A2C6A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150E62-168D-22DA-5238-B6637FBBF4D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ACE68C1-D7B5-D45B-C8B0-93BA90A51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452C3C-D22C-108F-4BFA-31920E223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F51680C-223E-B70F-FD8E-8AED31B4788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Mastering Useful Keyboard Shortcuts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D7156-F025-2CB6-4797-67D4938AA85E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Shortcuts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2126D3-FEB0-0100-0680-0EC26DDB2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515" y="2001030"/>
            <a:ext cx="7689069" cy="142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E1BC-EC9F-245C-4A07-CD9FA383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87C793D-1951-B028-7C1B-1A20FA085F3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D5745B-2A45-5623-A4A8-05A706107A9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AFFB4A4-4998-E390-4416-9DC9F8A94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77C9FDB-3428-366A-23E9-A1E9D389C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B700F8C-FE64-D7D6-F0AB-9D41CC24570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Mastering Useful Keyboard Shortcuts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BF439-0A5F-CB88-F779-DAB1FFBC15C8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Shortcuts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45C3B4-44EE-C40B-1157-97C91971B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116" y="2088160"/>
            <a:ext cx="4983768" cy="303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3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60139-1E9B-1CE7-B14B-BE5970A6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07D77E4-4826-83B1-EFBF-D73105BBE87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4A528B-1E7A-12A5-745E-4855FCDC069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A43246-E466-7AA3-723E-DD45D7E17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618F582-11F6-BDD9-6C6B-DC64EDC9D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2558FBA-04EC-24E7-0C1A-3076C5EB626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Mastering Useful Keyboard Shortcuts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B977C-DD54-75BF-B270-1D76E125D039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Shortcuts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E0EF7-2293-4D3E-D084-A0675AF99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526" y="1882417"/>
            <a:ext cx="2531269" cy="521143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F5257F-C07B-A7B2-61E8-301CA7591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689" y="1882417"/>
            <a:ext cx="2216785" cy="381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4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93BC8-A7BB-9895-3391-35DDD102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11541B3-CB74-07F8-EB4F-A43C9C92B00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70AC1EE-E9BB-886D-87EE-6D958C3126C0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D265DB-A635-DDF2-F06C-7FD2B5A2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6F8A8C-DD63-015D-8592-8829F1E2EEB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735D94-D13C-71D8-71B1-6DBF8AFB828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B5CE373-E8D0-8908-DA4D-2E621E111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33B8C5-D091-9A82-1D3E-82855BAAD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FFDF32F-C06E-E184-9776-B5676C56C37A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Finding and Using Excel Help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DE03C7-5118-A0D6-D153-413E5D2720B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C095E1-0DC2-0B0E-B701-BCAF1E777444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26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B14B4-C026-2C25-B705-CAEB069F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204025F-8589-48AB-C792-8A07AD2F530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F52B4E-3934-BD5E-C74C-652BB12EAE0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5730CE9-22E4-6F97-C79F-0A3E4A692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9D60B8F-2AE8-EBC9-415B-6EF527288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99A2A4D-0854-8EDB-69BA-DED2C78E824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B65CB-F668-5070-9045-095C76C9857F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Screen Tips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B714C4-42CD-DC69-02B6-056D4761B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111" y="1376391"/>
            <a:ext cx="3089089" cy="255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8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5759-8B2E-CE5B-A833-8B8D57A2C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A1F9F0D-57A7-6DCD-7026-C8989FCB503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099A6A-8F43-DD18-4B18-D10CC433333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DEA615-B443-80A5-973E-D4F64F002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4B33AB-3338-ECD9-D6DB-9145D8227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6FDBFEF-7A87-C361-76A1-8E4F3893D2C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C7D3A-606D-9176-06E1-E83E8D318EAB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Screen Tips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55FC09-77C5-37F7-4112-B9C422DCA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162" y="2261497"/>
            <a:ext cx="3880276" cy="2771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8B2D6D-82B5-9192-10C2-9257A741C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320" y="2190170"/>
            <a:ext cx="4488831" cy="255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8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4BB65-7125-8A85-153A-6A578460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E1B6A9E-DD8F-6800-04B2-D07FF65DC14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080B92-13B8-BD82-3A2B-7C19580C0F0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62627A8-F060-976D-AC56-ADE541B59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4D0F10-FE22-2AE7-AD1D-1E5D933A9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01B755-AFB5-88E0-2C3C-E7D909A0A57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F5841-ADEF-F1FD-FAC6-FF532360AC8A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Help Menu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76298B-B184-56B4-B421-1ED040251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541" y="2432534"/>
            <a:ext cx="6995584" cy="153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7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3A51-EBE9-D098-37B3-4F96E613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73624-51A1-3DAB-A383-E00AB9E02B7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18EE09-36D5-C3B0-648F-AC93E0A4DF7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B16C6B-CE80-90E2-E730-1CB969548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56BA9B5-F85C-4E7B-41D8-45605F43D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61A41CD-D72B-2B20-276B-C6DFBEA6E25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C25EA-8191-D35F-5B69-CF447305E724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Contact support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E1B6DF-27C9-BC53-11BA-2333AB164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689" y="1929956"/>
            <a:ext cx="4143417" cy="332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80A193-E737-843D-2431-253B17884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5756" y="1445076"/>
            <a:ext cx="2592643" cy="44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0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35A80-21B0-5F5A-85A8-60BFF824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3301093-8E3B-CF83-12A6-72FD9513719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CB3B04-21FA-C9E1-FDD1-13103C1D0CF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5A40251-3190-899D-6022-B5884FB0F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1B85E40-D984-AA73-4FFB-D91488D1B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B20371-03AB-ACDA-F435-5819D70443B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A17C5-F240-30C2-6BA1-DE878CDEB41C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Feedback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E0E9D2-9CA7-6141-019C-E167BE0EF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013" y="2097257"/>
            <a:ext cx="3782300" cy="2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3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5798-E01E-184E-4239-084941D02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8B1712F-2B1D-7564-F574-F5808B6D847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1138FC-B5C0-EACE-F38A-1C4E0891FAB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770A4AB-FB92-C6E2-5F6C-ACA954944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197CDB1-85D4-4FDC-396F-6BFD90637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46353ED-4203-D92A-1CE3-8D89EE884B6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FC7B3-AF02-5F71-1E87-80BF0DEF4772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Show Training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8389D-EB47-67A3-0211-9881A91FD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844" y="1806853"/>
            <a:ext cx="4103945" cy="366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6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4500-2800-0E8D-25D2-824551BB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DFC9B41-CC62-B20F-E721-69CEA3AA5D2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7BD92A-2C89-DCAB-9118-756EDF273B7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F3FE42-94CB-3E1D-DFCC-146677F6D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D68159-1CEB-2482-9271-6E946B2C7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1CDD1C-C694-BAD2-6574-0C503847724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99DF9-25E5-0C39-4E21-5D8831A10341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What’s New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DAB15A-1DFC-413F-F5D7-76BE2DC0E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946" y="1882417"/>
            <a:ext cx="3938798" cy="355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081E1-7F34-885E-7DCE-A09DB753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EFFC1D6-3E69-C7D3-F948-D5FE44A7AFE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B76928-8E4F-5422-E55A-C1A6754FC50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2F2F6A7-05A9-2A4A-10C7-60AD5C5C0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35BA638-31D2-6875-05F3-151DBB088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FC0B8E7-2E90-FC99-E048-D9A57677046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3D813-0473-1004-3EA7-76773F282ABC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Community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CCDD57-7AB0-43B4-5DAE-04512FD7E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221" y="1699556"/>
            <a:ext cx="6748975" cy="35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3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EDF8-4766-5DA9-64AD-D95FD8494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C208BC3-9CF1-AC9C-61D6-2454FA5B89B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E5E13A-6D1B-B2B9-C12A-95506049D57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E35BCDE-4A2B-21D6-7F4B-CF92CBA8F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BA73A3E-35B5-94A8-BB6F-6DCBF2C6E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592F17-97F6-8308-F68F-4F7F9280848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F0F92-9F55-4E19-833F-3B59EE1AEC25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Blog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CA19C9-0272-1FD7-5CE0-DDF5BBFB8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963" y="2074000"/>
            <a:ext cx="6083124" cy="302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5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9451-F42B-AFCB-EE1D-2B2E38C5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4CD21B7-E79A-F095-A08F-3B751075D0C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CEE831-D274-D06B-F519-AEC7D53DB8F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1CB9D9-EFF5-4A08-7111-79B0DDCE3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2A3B453-0944-E8AA-7B12-00CA258FC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55BCE9-3471-B049-D5E6-D455735B894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19E52-D47A-6276-0FAA-345FD0A0F573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Search Bar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51655C-5DB7-0139-C5F6-7739BCC54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352" y="1882417"/>
            <a:ext cx="4895086" cy="388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6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F8B14-DF4F-8FFB-8E48-D5B4A33F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1B59F3D-B5FE-6049-2AF4-B60CF2055AF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E387AC-2022-3EFA-2BBF-F23A1DD36F1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E42868A-8B81-45E9-775E-734AE0110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5C5C9F-BDFB-6A24-55ED-63526549F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86E35C-C405-1FA2-93E7-B04D176B3F8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Finding and Using Excel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5335B-0F94-744A-3984-AA28D2D331A0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Contextual Help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A18A9C-B897-2B85-B078-002779FB0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418" y="1882417"/>
            <a:ext cx="3845959" cy="143342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1DF0D1-7F76-F386-8B43-C008600BB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896" y="3048531"/>
            <a:ext cx="5026323" cy="261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2828747" y="3180540"/>
            <a:ext cx="8367623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0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Working with Excel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1</a:t>
            </a: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5928-DA91-43C9-09BC-F219FB4C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1E42D14-2FB6-254E-0430-69A1D062424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96B954-D7A9-BA39-FD19-805F2D8DA11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B04EA2-8DC1-E7F9-3B3A-9865789F1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5A3C89E-CB06-068B-B2AD-447E92184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76EF7B4-731C-F743-3D1D-9DB1E34202B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Exam 1: Working with Excel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91590-5755-28E3-E7E5-C2B1A9AF5D02}"/>
              </a:ext>
            </a:extLst>
          </p:cNvPr>
          <p:cNvSpPr txBox="1"/>
          <p:nvPr/>
        </p:nvSpPr>
        <p:spPr>
          <a:xfrm>
            <a:off x="1158097" y="1053225"/>
            <a:ext cx="562226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Contextual Help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84853-6FC8-7D0E-D7F4-576DB5972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142" y="2080189"/>
            <a:ext cx="9192837" cy="300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3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1348</TotalTime>
  <Words>1012</Words>
  <Application>Microsoft Office PowerPoint</Application>
  <PresentationFormat>Widescreen</PresentationFormat>
  <Paragraphs>271</Paragraphs>
  <Slides>110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110</vt:i4>
      </vt:variant>
    </vt:vector>
  </HeadingPairs>
  <TitlesOfParts>
    <vt:vector size="122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128</cp:revision>
  <dcterms:created xsi:type="dcterms:W3CDTF">2016-11-14T07:59:55Z</dcterms:created>
  <dcterms:modified xsi:type="dcterms:W3CDTF">2025-09-03T09:25:41Z</dcterms:modified>
</cp:coreProperties>
</file>