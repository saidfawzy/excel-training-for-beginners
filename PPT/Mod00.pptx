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6" r:id="rId2"/>
    <p:sldMasterId id="2147483718" r:id="rId3"/>
    <p:sldMasterId id="2147483730" r:id="rId4"/>
  </p:sldMasterIdLst>
  <p:notesMasterIdLst>
    <p:notesMasterId r:id="rId38"/>
  </p:notesMasterIdLst>
  <p:sldIdLst>
    <p:sldId id="445" r:id="rId5"/>
    <p:sldId id="461" r:id="rId6"/>
    <p:sldId id="264" r:id="rId7"/>
    <p:sldId id="270" r:id="rId8"/>
    <p:sldId id="272" r:id="rId9"/>
    <p:sldId id="419" r:id="rId10"/>
    <p:sldId id="420" r:id="rId11"/>
    <p:sldId id="421" r:id="rId12"/>
    <p:sldId id="276" r:id="rId13"/>
    <p:sldId id="463" r:id="rId14"/>
    <p:sldId id="457" r:id="rId15"/>
    <p:sldId id="258" r:id="rId16"/>
    <p:sldId id="259" r:id="rId17"/>
    <p:sldId id="260" r:id="rId18"/>
    <p:sldId id="261" r:id="rId19"/>
    <p:sldId id="262" r:id="rId20"/>
    <p:sldId id="263" r:id="rId21"/>
    <p:sldId id="465" r:id="rId22"/>
    <p:sldId id="265" r:id="rId23"/>
    <p:sldId id="266" r:id="rId24"/>
    <p:sldId id="267" r:id="rId25"/>
    <p:sldId id="268" r:id="rId26"/>
    <p:sldId id="269" r:id="rId27"/>
    <p:sldId id="289" r:id="rId28"/>
    <p:sldId id="424" r:id="rId29"/>
    <p:sldId id="427" r:id="rId30"/>
    <p:sldId id="459" r:id="rId31"/>
    <p:sldId id="469" r:id="rId32"/>
    <p:sldId id="470" r:id="rId33"/>
    <p:sldId id="452" r:id="rId34"/>
    <p:sldId id="290" r:id="rId35"/>
    <p:sldId id="464" r:id="rId36"/>
    <p:sldId id="46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C37"/>
    <a:srgbClr val="0D5E3E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6" autoAdjust="0"/>
  </p:normalViewPr>
  <p:slideViewPr>
    <p:cSldViewPr snapToGrid="0">
      <p:cViewPr varScale="1">
        <p:scale>
          <a:sx n="105" d="100"/>
          <a:sy n="105" d="100"/>
        </p:scale>
        <p:origin x="13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6EEA2C-B15A-41FB-8CEE-35D5B1FD119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2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73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1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7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35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40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115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78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13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24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614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069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97AE-4DEF-7DFC-A035-B240D76C8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E9894-ED7A-8F0D-575C-74A55E82E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A3548-A598-8FCF-8577-F6140E1E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5CDED-DD24-D220-C1F5-9B344C47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2DFD1-D8D4-1496-0EF4-C82A8EDC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225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7CC1-C1E6-D1AD-0E33-88463B02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B7DF4-009A-D06B-A8DD-CE0A4921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9B1D5-6ECE-E7F7-D9C5-178B9470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4CE76-95F8-9D39-46ED-46C4003D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345C3-CEB2-8154-1822-4B2AF61D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002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7F8B-2CCA-75D7-8A2D-056395F3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7380-CCAA-DC69-52DA-5DAED9333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14AF5-312E-2594-39A0-08A6A8E5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33B05-9BBB-83BC-6636-59CD1D9C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0891C-3A97-37EA-C138-03565FCE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89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CCDA-2616-64DE-EE17-12DA1D74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2DEE-3A55-AB8E-BE9D-200E439BB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E4C4B-08DB-0315-148B-DA76DF1E9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B749E-876C-014E-F44E-AF496A2B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FAE2D-902F-B2B0-F538-8A8107D8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4ACA6-4FAB-EF9B-A235-A0F83AFD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028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58504-B0DE-89E4-25FE-06C15B8D5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A58E6-005F-0B82-ABC9-7444E353F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038F-9847-DB1A-1574-87BAC901E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ED723-9876-ED8D-C206-D07E9F130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D2CC7-B31B-9FC0-CD41-8AC7BB21E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2ADB88-8A74-0437-A2B7-4821B55C4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87FDA5-5E7C-35BC-10FD-02A3FC88E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8A562-BF24-F569-2417-CBF836C0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237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2E31-BAA0-B82C-D572-4D21BD8F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32399-95D8-F48F-C635-CDB26269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DB300-9169-4D30-B557-79EEC8C1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7EA43-A2F8-6FCF-EB34-748290BF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93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FFB9F4-64BB-365C-E8B9-BDF79126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2AF8E-E0D1-7960-CCFB-83661577A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5C7C6-6012-9D4B-724E-05F55591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82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F6CE-DF4D-5367-1AE0-77EE8201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CBBE2-E276-2680-3D77-4C7C34C73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3B742-5D59-E71D-C253-714282D82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2FBF1-88D0-2C3C-EB9E-1616B3F0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7BBF9-1084-CE1A-7EA7-B3116FC1C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A6EE9-40D7-C8AB-76FB-0562A7A1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455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1305-E691-74D6-65C8-EC027585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C85400-BDFF-7E99-4F6F-6E8A6CEF7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641BE-9E22-15DE-3FBC-CCD5C514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D45A0-B5D5-BB8F-83C7-73D25CF1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F3044-1CFD-40F0-AAD5-BAE064C4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C2490-B818-D615-6CF3-0875EDA2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25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C3C9-A013-1E32-6E93-543BF754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4830E-2781-BAA0-8C2A-E1E6D9694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5D3F2-D739-7F24-A73D-493D213C0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407F0-7A01-49A4-EAC6-ABF5A138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1B175-BFCD-0AFF-1128-EA88F8F1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358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8CCF8-8784-B2B7-9A48-6086838E65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FE7C2-99B4-52CA-DE02-E5FD57C3B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854D9-01D6-0AC1-60B7-91766E78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765B4-78C7-F1A9-CCF6-CCC61EF7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93539-A549-DC42-F7A7-EA1194A0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8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6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31FBF-BD77-B668-584E-11BA9E52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DE7C5-BE30-7E62-9E4A-1BDE35373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F0C4E-D4E6-9BF3-73CD-4FA2D916F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ED548-947D-48D8-A3C3-43F632F15D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71451-26CC-0934-E1A1-D40613EFD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F551E-0F3A-0FA6-61AD-912F23A08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04CD8-9E3E-4CDC-B7B0-74C716DD2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9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tiff"/><Relationship Id="rId3" Type="http://schemas.openxmlformats.org/officeDocument/2006/relationships/image" Target="../media/image6.pn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tiff"/><Relationship Id="rId3" Type="http://schemas.openxmlformats.org/officeDocument/2006/relationships/image" Target="../media/image6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tiff"/><Relationship Id="rId13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tiff"/><Relationship Id="rId13" Type="http://schemas.openxmlformats.org/officeDocument/2006/relationships/image" Target="../media/image4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21" Type="http://schemas.openxmlformats.org/officeDocument/2006/relationships/image" Target="../media/image27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image" Target="../media/image9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5" Type="http://schemas.openxmlformats.org/officeDocument/2006/relationships/image" Target="../media/image12.jpe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7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6.jpeg"/><Relationship Id="rId4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3.pn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dfawz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dfawz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dfawzy" TargetMode="External"/><Relationship Id="rId7" Type="http://schemas.openxmlformats.org/officeDocument/2006/relationships/image" Target="../media/image5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8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t.me/PBITrainingEgypt" TargetMode="External"/><Relationship Id="rId3" Type="http://schemas.openxmlformats.org/officeDocument/2006/relationships/image" Target="../media/image52.png"/><Relationship Id="rId7" Type="http://schemas.openxmlformats.org/officeDocument/2006/relationships/hyperlink" Target="https://chat.whatsapp.com/GuQiaPysUWp6mraH3BiBeW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www.facebook.com/PowerBITrain" TargetMode="External"/><Relationship Id="rId5" Type="http://schemas.openxmlformats.org/officeDocument/2006/relationships/image" Target="../media/image54.png"/><Relationship Id="rId10" Type="http://schemas.openxmlformats.org/officeDocument/2006/relationships/hyperlink" Target="https://www.linkedin.com/groups/9891096/" TargetMode="External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Course Introduction</a:t>
            </a:r>
            <a:endParaRPr lang="en-US" sz="66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10783406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Quality Manager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Certif.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00408EF-977D-1A2A-A80C-729EDE58E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68" y="1867887"/>
            <a:ext cx="7154273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0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Quality Manager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422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358251" y="3126754"/>
            <a:ext cx="121867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333590" y="563137"/>
            <a:ext cx="1282018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141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12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125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75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2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75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75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45" grpId="0" animBg="1"/>
      <p:bldP spid="62" grpId="0" animBg="1"/>
      <p:bldP spid="63" grpId="0"/>
      <p:bldP spid="54" grpId="0" animBg="1"/>
      <p:bldP spid="5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009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2072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/>
      <p:bldP spid="99" grpId="0" animBg="1"/>
      <p:bldP spid="100" grpId="0"/>
      <p:bldP spid="93" grpId="0" animBg="1"/>
      <p:bldP spid="94" grpId="0"/>
      <p:bldP spid="84" grpId="0" animBg="1"/>
      <p:bldP spid="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5056122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44EEE94-163C-0330-0141-80D1747EAC1F}"/>
              </a:ext>
            </a:extLst>
          </p:cNvPr>
          <p:cNvGrpSpPr/>
          <p:nvPr/>
        </p:nvGrpSpPr>
        <p:grpSpPr>
          <a:xfrm>
            <a:off x="-169142" y="358526"/>
            <a:ext cx="8759227" cy="6467966"/>
            <a:chOff x="-169142" y="358526"/>
            <a:chExt cx="8759227" cy="646796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62B0569D-8698-D6EA-E0D9-309C7BCD9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165557" y="358526"/>
              <a:ext cx="8755642" cy="5073041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8D7404E0-236D-2C90-FFBB-44CC15561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169142" y="5417960"/>
              <a:ext cx="8755642" cy="1408532"/>
            </a:xfrm>
            <a:prstGeom prst="rect">
              <a:avLst/>
            </a:prstGeom>
          </p:spPr>
        </p:pic>
        <p:sp>
          <p:nvSpPr>
            <p:cNvPr id="122" name="TextBox 3">
              <a:extLst>
                <a:ext uri="{FF2B5EF4-FFF2-40B4-BE49-F238E27FC236}">
                  <a16:creationId xmlns:a16="http://schemas.microsoft.com/office/drawing/2014/main" id="{36B50548-EA22-536C-1CD0-D0FBDA98B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402" y="6303528"/>
              <a:ext cx="34163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Said_fawzy@hotmail.com</a:t>
              </a:r>
            </a:p>
          </p:txBody>
        </p:sp>
        <p:sp>
          <p:nvSpPr>
            <p:cNvPr id="123" name="TextBox 12">
              <a:extLst>
                <a:ext uri="{FF2B5EF4-FFF2-40B4-BE49-F238E27FC236}">
                  <a16:creationId xmlns:a16="http://schemas.microsoft.com/office/drawing/2014/main" id="{1E25516C-C51B-62E4-C4D1-A3F138ED8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880" y="5329112"/>
              <a:ext cx="339067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3600" b="1" dirty="0">
                  <a:solidFill>
                    <a:schemeClr val="bg1"/>
                  </a:solidFill>
                </a:rPr>
                <a:t>0122 744 99 87</a:t>
              </a:r>
              <a:endParaRPr lang="ar-EG" altLang="en-US" sz="3600" b="1" dirty="0">
                <a:solidFill>
                  <a:schemeClr val="bg1"/>
                </a:solidFill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6E3C301-C4DB-0E32-DDC8-795DBE9E5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04552" y="5354390"/>
              <a:ext cx="698962" cy="629725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25E357FF-2015-ED86-DE47-4F483CDAC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3350" y="6100303"/>
              <a:ext cx="714089" cy="609784"/>
            </a:xfrm>
            <a:prstGeom prst="rect">
              <a:avLst/>
            </a:prstGeom>
          </p:spPr>
        </p:pic>
        <p:sp>
          <p:nvSpPr>
            <p:cNvPr id="126" name="TextBox 3">
              <a:extLst>
                <a:ext uri="{FF2B5EF4-FFF2-40B4-BE49-F238E27FC236}">
                  <a16:creationId xmlns:a16="http://schemas.microsoft.com/office/drawing/2014/main" id="{039B0F82-3793-AEAD-7A91-706B06105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3970" y="6012868"/>
              <a:ext cx="34110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Saidfawzy@arabcont.com</a:t>
              </a:r>
            </a:p>
          </p:txBody>
        </p: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4051F904-36B9-48D6-1BC4-4E8F8BABD7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42240" y="390351"/>
            <a:ext cx="1991003" cy="2495898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6C4387C1-96D5-8ACF-CB34-F0B67B1F9957}"/>
              </a:ext>
            </a:extLst>
          </p:cNvPr>
          <p:cNvGrpSpPr/>
          <p:nvPr/>
        </p:nvGrpSpPr>
        <p:grpSpPr>
          <a:xfrm>
            <a:off x="2189435" y="418942"/>
            <a:ext cx="6243684" cy="2463354"/>
            <a:chOff x="3143249" y="254815"/>
            <a:chExt cx="8264025" cy="339329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FD7C94B-4E9B-DA88-927B-C0581E9D4285}"/>
                </a:ext>
              </a:extLst>
            </p:cNvPr>
            <p:cNvSpPr/>
            <p:nvPr/>
          </p:nvSpPr>
          <p:spPr>
            <a:xfrm>
              <a:off x="6844694" y="931184"/>
              <a:ext cx="4562580" cy="27169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D5B2087-3826-E4CB-E7FB-28502B4D7CB8}"/>
                </a:ext>
              </a:extLst>
            </p:cNvPr>
            <p:cNvGrpSpPr/>
            <p:nvPr/>
          </p:nvGrpSpPr>
          <p:grpSpPr>
            <a:xfrm>
              <a:off x="3143249" y="254815"/>
              <a:ext cx="8264025" cy="3393299"/>
              <a:chOff x="3143249" y="254815"/>
              <a:chExt cx="8264025" cy="3393299"/>
            </a:xfrm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E7322D9-2568-CC69-C513-30FDAA9C8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43249" y="891466"/>
                <a:ext cx="3980957" cy="1457846"/>
              </a:xfrm>
              <a:prstGeom prst="rect">
                <a:avLst/>
              </a:prstGeom>
            </p:spPr>
          </p:pic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F83034C1-5618-333E-A61C-6FEEE8897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43250" y="2236772"/>
                <a:ext cx="3701444" cy="1411342"/>
              </a:xfrm>
              <a:prstGeom prst="rect">
                <a:avLst/>
              </a:prstGeom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1731C3C4-EC7E-F587-E9AC-D4964B00E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58984" y="891466"/>
                <a:ext cx="3625233" cy="1612417"/>
              </a:xfrm>
              <a:prstGeom prst="rect">
                <a:avLst/>
              </a:prstGeom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045C91D-89EF-C674-F2C8-22BA158EE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43250" y="254815"/>
                <a:ext cx="8264024" cy="6763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50944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47DA-290A-3E09-27A2-D4AFC99D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ED8950-85ED-C2C9-0F39-46CACBEA6B4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B71AA0-A680-FD00-6098-5A165F6B8A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EA6F628-034C-7DE0-CA59-1A463F17B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033891-9CC4-6FAE-BEF0-D19871B61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3DAE1A-BA18-9DB0-D9AE-593642A4E77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Prerequisite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92DE3-3289-DDFE-D32D-BA5673A169D7}"/>
              </a:ext>
            </a:extLst>
          </p:cNvPr>
          <p:cNvSpPr txBox="1"/>
          <p:nvPr/>
        </p:nvSpPr>
        <p:spPr>
          <a:xfrm>
            <a:off x="1482571" y="1289027"/>
            <a:ext cx="6285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n w="0"/>
                <a:solidFill>
                  <a:srgbClr val="185C37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Basic Computer Skills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F7FA73-A7B1-D045-7F01-E36478CE0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219" y="4359671"/>
            <a:ext cx="2847975" cy="1600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9F345B-0C57-4CBE-FB6B-118875E4A2AF}"/>
              </a:ext>
            </a:extLst>
          </p:cNvPr>
          <p:cNvSpPr txBox="1"/>
          <p:nvPr/>
        </p:nvSpPr>
        <p:spPr>
          <a:xfrm>
            <a:off x="1175123" y="1932979"/>
            <a:ext cx="98417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Turn on and operate a computer or laptop.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Use a mouse and keyboard comfortably.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Open and close programs and files</a:t>
            </a:r>
            <a:r>
              <a:rPr lang="ar-EG" sz="28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Navigate folders and drives to find and save documents.</a:t>
            </a:r>
          </a:p>
        </p:txBody>
      </p:sp>
    </p:spTree>
    <p:extLst>
      <p:ext uri="{BB962C8B-B14F-4D97-AF65-F5344CB8AC3E}">
        <p14:creationId xmlns:p14="http://schemas.microsoft.com/office/powerpoint/2010/main" val="3775510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 LMS">
            <a:extLst>
              <a:ext uri="{FF2B5EF4-FFF2-40B4-BE49-F238E27FC236}">
                <a16:creationId xmlns:a16="http://schemas.microsoft.com/office/drawing/2014/main" id="{4CCA9853-5147-0512-CCE1-4E7447F43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763" y="298877"/>
            <a:ext cx="6382327" cy="655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34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F938-62B7-6502-9EB6-D0D00760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E244398-FCB4-5A05-735D-7DEEA434732C}"/>
              </a:ext>
            </a:extLst>
          </p:cNvPr>
          <p:cNvGrpSpPr/>
          <p:nvPr/>
        </p:nvGrpSpPr>
        <p:grpSpPr>
          <a:xfrm>
            <a:off x="9894742" y="-5933306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F95807B-A83E-E9AE-596A-3B7E3E0BDE24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88C8E65-EE28-2757-2453-C52F43CB6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76B89126-1F89-5877-8890-9FF028250E83}"/>
              </a:ext>
            </a:extLst>
          </p:cNvPr>
          <p:cNvSpPr/>
          <p:nvPr/>
        </p:nvSpPr>
        <p:spPr>
          <a:xfrm>
            <a:off x="12286546" y="623162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1421ED-8117-D4B1-141F-517143747EEE}"/>
              </a:ext>
            </a:extLst>
          </p:cNvPr>
          <p:cNvSpPr/>
          <p:nvPr/>
        </p:nvSpPr>
        <p:spPr>
          <a:xfrm>
            <a:off x="12940146" y="6231620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B5E4084-EBD3-6F59-6445-4C33BC2E06AC}"/>
              </a:ext>
            </a:extLst>
          </p:cNvPr>
          <p:cNvSpPr/>
          <p:nvPr/>
        </p:nvSpPr>
        <p:spPr>
          <a:xfrm>
            <a:off x="13593746" y="6231620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D39C90-4355-2BB2-3F9E-6E55DE21ACCB}"/>
              </a:ext>
            </a:extLst>
          </p:cNvPr>
          <p:cNvSpPr/>
          <p:nvPr/>
        </p:nvSpPr>
        <p:spPr>
          <a:xfrm>
            <a:off x="14247346" y="6231620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4D3968-BCF5-092F-771B-EEE1318B3177}"/>
              </a:ext>
            </a:extLst>
          </p:cNvPr>
          <p:cNvSpPr/>
          <p:nvPr/>
        </p:nvSpPr>
        <p:spPr>
          <a:xfrm>
            <a:off x="14900946" y="6231620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FD14A8-7B33-091B-3A6E-7473BE4456C9}"/>
              </a:ext>
            </a:extLst>
          </p:cNvPr>
          <p:cNvSpPr/>
          <p:nvPr/>
        </p:nvSpPr>
        <p:spPr>
          <a:xfrm>
            <a:off x="15554546" y="623162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93482B-2890-7E2A-241C-B79A8CF08D66}"/>
              </a:ext>
            </a:extLst>
          </p:cNvPr>
          <p:cNvSpPr/>
          <p:nvPr/>
        </p:nvSpPr>
        <p:spPr>
          <a:xfrm>
            <a:off x="16208146" y="623162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08CA94-378F-4226-3C74-8FC5E1E5B6C1}"/>
              </a:ext>
            </a:extLst>
          </p:cNvPr>
          <p:cNvSpPr/>
          <p:nvPr/>
        </p:nvSpPr>
        <p:spPr>
          <a:xfrm>
            <a:off x="16861746" y="6231620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65DB5A-D6F6-D599-7A27-ABF389B10B74}"/>
              </a:ext>
            </a:extLst>
          </p:cNvPr>
          <p:cNvSpPr/>
          <p:nvPr/>
        </p:nvSpPr>
        <p:spPr>
          <a:xfrm>
            <a:off x="17515346" y="6231620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59632E-C1A2-1F87-3007-C00E7212BBDE}"/>
              </a:ext>
            </a:extLst>
          </p:cNvPr>
          <p:cNvSpPr/>
          <p:nvPr/>
        </p:nvSpPr>
        <p:spPr>
          <a:xfrm>
            <a:off x="18168948" y="6231620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E7CDC2-E625-EA76-D70C-CB669114C237}"/>
              </a:ext>
            </a:extLst>
          </p:cNvPr>
          <p:cNvSpPr/>
          <p:nvPr/>
        </p:nvSpPr>
        <p:spPr>
          <a:xfrm>
            <a:off x="12194242" y="5250011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3D1260-413D-E1D3-6804-CE7C32E6DB40}"/>
              </a:ext>
            </a:extLst>
          </p:cNvPr>
          <p:cNvSpPr/>
          <p:nvPr/>
        </p:nvSpPr>
        <p:spPr>
          <a:xfrm>
            <a:off x="12453939" y="525001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555EE8-6901-516C-EE1A-B91E6A226502}"/>
              </a:ext>
            </a:extLst>
          </p:cNvPr>
          <p:cNvSpPr/>
          <p:nvPr/>
        </p:nvSpPr>
        <p:spPr>
          <a:xfrm>
            <a:off x="12869066" y="5250011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C5E454-C614-10D9-0550-5360CF737C88}"/>
              </a:ext>
            </a:extLst>
          </p:cNvPr>
          <p:cNvSpPr/>
          <p:nvPr/>
        </p:nvSpPr>
        <p:spPr>
          <a:xfrm>
            <a:off x="13423363" y="5250011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B77DE2-8AFF-B358-B77A-379BED7A8ACF}"/>
              </a:ext>
            </a:extLst>
          </p:cNvPr>
          <p:cNvSpPr/>
          <p:nvPr/>
        </p:nvSpPr>
        <p:spPr>
          <a:xfrm>
            <a:off x="13947552" y="5245934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30C1331-7D94-515E-5AF9-F4F50E6CEFF6}"/>
              </a:ext>
            </a:extLst>
          </p:cNvPr>
          <p:cNvSpPr/>
          <p:nvPr/>
        </p:nvSpPr>
        <p:spPr>
          <a:xfrm>
            <a:off x="14486327" y="5245028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9F6CF9-9A13-BDF0-CEBD-CAB5A60D8D11}"/>
              </a:ext>
            </a:extLst>
          </p:cNvPr>
          <p:cNvSpPr/>
          <p:nvPr/>
        </p:nvSpPr>
        <p:spPr>
          <a:xfrm>
            <a:off x="14971828" y="5234024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313FA9-F044-415F-D623-5951A1D2A29B}"/>
              </a:ext>
            </a:extLst>
          </p:cNvPr>
          <p:cNvSpPr/>
          <p:nvPr/>
        </p:nvSpPr>
        <p:spPr>
          <a:xfrm>
            <a:off x="15391687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1C3030-B968-599F-643F-87133B17210C}"/>
              </a:ext>
            </a:extLst>
          </p:cNvPr>
          <p:cNvSpPr/>
          <p:nvPr/>
        </p:nvSpPr>
        <p:spPr>
          <a:xfrm>
            <a:off x="15836925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6C9CDA8-B03A-48FB-39AC-61AE890C2DE5}"/>
              </a:ext>
            </a:extLst>
          </p:cNvPr>
          <p:cNvSpPr/>
          <p:nvPr/>
        </p:nvSpPr>
        <p:spPr>
          <a:xfrm>
            <a:off x="16237483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229515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CEC73-D6E8-F285-C2F2-2F809530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06BDF23-01C4-6908-03F5-7191AEEEF4DF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B3B3BE7-D4FC-868A-318A-5C70FC720F56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FC43ED6-913E-EBFB-3D88-2FB50DEA4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461BD0B9-2020-476E-185C-FC672B69D886}"/>
              </a:ext>
            </a:extLst>
          </p:cNvPr>
          <p:cNvSpPr/>
          <p:nvPr/>
        </p:nvSpPr>
        <p:spPr>
          <a:xfrm>
            <a:off x="3858988" y="623162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E254B2-4019-7A4D-42E5-E4D78070393F}"/>
              </a:ext>
            </a:extLst>
          </p:cNvPr>
          <p:cNvSpPr/>
          <p:nvPr/>
        </p:nvSpPr>
        <p:spPr>
          <a:xfrm>
            <a:off x="4512588" y="6231620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6785F6-A330-C05A-168F-185DD8CCB226}"/>
              </a:ext>
            </a:extLst>
          </p:cNvPr>
          <p:cNvSpPr/>
          <p:nvPr/>
        </p:nvSpPr>
        <p:spPr>
          <a:xfrm>
            <a:off x="5166188" y="6231620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2C5215-6B78-E418-10ED-2FA8AD35B742}"/>
              </a:ext>
            </a:extLst>
          </p:cNvPr>
          <p:cNvSpPr/>
          <p:nvPr/>
        </p:nvSpPr>
        <p:spPr>
          <a:xfrm>
            <a:off x="5819788" y="6231620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2C2610-FB14-7EF2-14A4-CD94C7CD1826}"/>
              </a:ext>
            </a:extLst>
          </p:cNvPr>
          <p:cNvSpPr/>
          <p:nvPr/>
        </p:nvSpPr>
        <p:spPr>
          <a:xfrm>
            <a:off x="6473388" y="6231620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518FA4-7C98-8971-17A1-DAA4F04EF71A}"/>
              </a:ext>
            </a:extLst>
          </p:cNvPr>
          <p:cNvSpPr/>
          <p:nvPr/>
        </p:nvSpPr>
        <p:spPr>
          <a:xfrm>
            <a:off x="7126988" y="623162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280832-0D2A-8277-F7D5-F3ED5F1BF6F5}"/>
              </a:ext>
            </a:extLst>
          </p:cNvPr>
          <p:cNvSpPr/>
          <p:nvPr/>
        </p:nvSpPr>
        <p:spPr>
          <a:xfrm>
            <a:off x="7780588" y="623162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4E5C00-ED37-7297-39CD-32EA6DFD4D93}"/>
              </a:ext>
            </a:extLst>
          </p:cNvPr>
          <p:cNvSpPr/>
          <p:nvPr/>
        </p:nvSpPr>
        <p:spPr>
          <a:xfrm>
            <a:off x="8434188" y="6231620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01FF19-30A3-4CA7-54E6-28462424C440}"/>
              </a:ext>
            </a:extLst>
          </p:cNvPr>
          <p:cNvSpPr/>
          <p:nvPr/>
        </p:nvSpPr>
        <p:spPr>
          <a:xfrm>
            <a:off x="9087788" y="6231620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2DF0269-583A-B9EC-18FE-0B37E36019DA}"/>
              </a:ext>
            </a:extLst>
          </p:cNvPr>
          <p:cNvSpPr/>
          <p:nvPr/>
        </p:nvSpPr>
        <p:spPr>
          <a:xfrm>
            <a:off x="9741390" y="6231620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5D6030-6E9C-E8BE-63D9-FC2BA0BA253E}"/>
              </a:ext>
            </a:extLst>
          </p:cNvPr>
          <p:cNvSpPr/>
          <p:nvPr/>
        </p:nvSpPr>
        <p:spPr>
          <a:xfrm>
            <a:off x="7791926" y="5250011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98E466-0488-B273-F10B-ADCFE7E041F7}"/>
              </a:ext>
            </a:extLst>
          </p:cNvPr>
          <p:cNvSpPr/>
          <p:nvPr/>
        </p:nvSpPr>
        <p:spPr>
          <a:xfrm>
            <a:off x="8051623" y="525001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A8CE01-A644-520E-CEF4-E3A5B7A9E1AF}"/>
              </a:ext>
            </a:extLst>
          </p:cNvPr>
          <p:cNvSpPr/>
          <p:nvPr/>
        </p:nvSpPr>
        <p:spPr>
          <a:xfrm>
            <a:off x="8466750" y="5250011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51DAD4-3ACD-CD45-419C-A5369F243EA0}"/>
              </a:ext>
            </a:extLst>
          </p:cNvPr>
          <p:cNvSpPr/>
          <p:nvPr/>
        </p:nvSpPr>
        <p:spPr>
          <a:xfrm>
            <a:off x="9021047" y="5250011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949C48-88FC-58B2-327B-EBF070057F9D}"/>
              </a:ext>
            </a:extLst>
          </p:cNvPr>
          <p:cNvSpPr/>
          <p:nvPr/>
        </p:nvSpPr>
        <p:spPr>
          <a:xfrm>
            <a:off x="9545236" y="5245934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5D26DDE-10CA-3C33-51EC-66081A8FFF67}"/>
              </a:ext>
            </a:extLst>
          </p:cNvPr>
          <p:cNvSpPr/>
          <p:nvPr/>
        </p:nvSpPr>
        <p:spPr>
          <a:xfrm>
            <a:off x="10084011" y="5245028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838DEC-AFBC-6C87-C92F-F32CC70061B4}"/>
              </a:ext>
            </a:extLst>
          </p:cNvPr>
          <p:cNvSpPr/>
          <p:nvPr/>
        </p:nvSpPr>
        <p:spPr>
          <a:xfrm>
            <a:off x="10569512" y="5234024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055E7E-09ED-68F9-4479-876F0067296B}"/>
              </a:ext>
            </a:extLst>
          </p:cNvPr>
          <p:cNvSpPr/>
          <p:nvPr/>
        </p:nvSpPr>
        <p:spPr>
          <a:xfrm>
            <a:off x="10989371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79F3CD-251E-5C96-DE4C-3C422C7CAD4A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6266DA-4981-A15B-99D6-8ABEB9608D4E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420941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25F28-E64B-C685-1E00-5031640E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34EE876-0E26-FCB0-3B37-B6BC934C5D04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5072BE0-2B3C-285E-413C-4EF173E373B8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90868D4-E8DD-9440-0FBA-FBF1E73E2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0A880B39-C839-E051-2CE0-008783E9B706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A72BC1-6642-A541-31D1-5FB6E86B548A}"/>
              </a:ext>
            </a:extLst>
          </p:cNvPr>
          <p:cNvSpPr/>
          <p:nvPr/>
        </p:nvSpPr>
        <p:spPr>
          <a:xfrm>
            <a:off x="176259" y="6231620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ABF9BC-9A0C-EDBA-68F0-DECCAC8EBAC3}"/>
              </a:ext>
            </a:extLst>
          </p:cNvPr>
          <p:cNvSpPr/>
          <p:nvPr/>
        </p:nvSpPr>
        <p:spPr>
          <a:xfrm>
            <a:off x="829859" y="6231620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B3C07E-E0F2-336A-1B0D-FD7513644BDE}"/>
              </a:ext>
            </a:extLst>
          </p:cNvPr>
          <p:cNvSpPr/>
          <p:nvPr/>
        </p:nvSpPr>
        <p:spPr>
          <a:xfrm>
            <a:off x="1483459" y="6231620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E615E2-BC82-27E9-7F3E-146A7A38966A}"/>
              </a:ext>
            </a:extLst>
          </p:cNvPr>
          <p:cNvSpPr/>
          <p:nvPr/>
        </p:nvSpPr>
        <p:spPr>
          <a:xfrm>
            <a:off x="2137059" y="6231620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DC45F7-357E-1307-0A03-6365EE5B0B3E}"/>
              </a:ext>
            </a:extLst>
          </p:cNvPr>
          <p:cNvSpPr/>
          <p:nvPr/>
        </p:nvSpPr>
        <p:spPr>
          <a:xfrm>
            <a:off x="2790659" y="623162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4EA2377-338F-C3F6-C4A1-97ACF244C611}"/>
              </a:ext>
            </a:extLst>
          </p:cNvPr>
          <p:cNvSpPr/>
          <p:nvPr/>
        </p:nvSpPr>
        <p:spPr>
          <a:xfrm>
            <a:off x="3444259" y="623162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8484289-CA89-AB97-4F9C-BC40CB4D02AE}"/>
              </a:ext>
            </a:extLst>
          </p:cNvPr>
          <p:cNvSpPr/>
          <p:nvPr/>
        </p:nvSpPr>
        <p:spPr>
          <a:xfrm>
            <a:off x="4097859" y="6231620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1BC010-D8CC-E95A-D5F9-DB4A8B113F71}"/>
              </a:ext>
            </a:extLst>
          </p:cNvPr>
          <p:cNvSpPr/>
          <p:nvPr/>
        </p:nvSpPr>
        <p:spPr>
          <a:xfrm>
            <a:off x="4751459" y="6231620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A65D0D-B706-53E5-D68E-50507E4EDE08}"/>
              </a:ext>
            </a:extLst>
          </p:cNvPr>
          <p:cNvSpPr/>
          <p:nvPr/>
        </p:nvSpPr>
        <p:spPr>
          <a:xfrm>
            <a:off x="5405061" y="6231620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3650AA-53A0-06B6-E70E-95CDEB14303A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73BA13-E2FE-EC10-A2FB-25182F6774D8}"/>
              </a:ext>
            </a:extLst>
          </p:cNvPr>
          <p:cNvSpPr/>
          <p:nvPr/>
        </p:nvSpPr>
        <p:spPr>
          <a:xfrm>
            <a:off x="8051623" y="525001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6E64F8-2874-3B28-62CC-699148C5C68D}"/>
              </a:ext>
            </a:extLst>
          </p:cNvPr>
          <p:cNvSpPr/>
          <p:nvPr/>
        </p:nvSpPr>
        <p:spPr>
          <a:xfrm>
            <a:off x="8466750" y="5250011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C2A1B4-BE63-94F7-C36E-47F0B36BCAC2}"/>
              </a:ext>
            </a:extLst>
          </p:cNvPr>
          <p:cNvSpPr/>
          <p:nvPr/>
        </p:nvSpPr>
        <p:spPr>
          <a:xfrm>
            <a:off x="9021047" y="5250011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F71F75-3E7F-3EA8-F1EE-FE02987A9F00}"/>
              </a:ext>
            </a:extLst>
          </p:cNvPr>
          <p:cNvSpPr/>
          <p:nvPr/>
        </p:nvSpPr>
        <p:spPr>
          <a:xfrm>
            <a:off x="9545236" y="5245934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81C441-3C75-3F6F-BFF9-B406C527AA03}"/>
              </a:ext>
            </a:extLst>
          </p:cNvPr>
          <p:cNvSpPr/>
          <p:nvPr/>
        </p:nvSpPr>
        <p:spPr>
          <a:xfrm>
            <a:off x="10084011" y="5245028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11644D-7CCE-1960-9C4B-EC16A6FDF6E3}"/>
              </a:ext>
            </a:extLst>
          </p:cNvPr>
          <p:cNvSpPr/>
          <p:nvPr/>
        </p:nvSpPr>
        <p:spPr>
          <a:xfrm>
            <a:off x="10569512" y="5234024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8BD3874-2F1D-2C99-2058-AF324862CD09}"/>
              </a:ext>
            </a:extLst>
          </p:cNvPr>
          <p:cNvSpPr/>
          <p:nvPr/>
        </p:nvSpPr>
        <p:spPr>
          <a:xfrm>
            <a:off x="10989371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29FE15-38D2-1B76-7821-5D263726768A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C532CF-F62B-D373-420C-0289CD084B44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2332837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B1CA-DCF4-9207-5836-479C83C5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4068039-87BE-6177-35BF-B400115BE83C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976C43-9F66-C8F1-68C7-F3EEE40BAF12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196D2B3-1EFC-6C55-9C89-E8BCA6AF2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6A76A63-C1BC-1F9A-A52D-60DB9BDC5C49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6661A4-763F-A8EC-C22A-38E1F69DE9E4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6F60FC-2F52-8912-DBA8-F70225E1D8BF}"/>
              </a:ext>
            </a:extLst>
          </p:cNvPr>
          <p:cNvSpPr/>
          <p:nvPr/>
        </p:nvSpPr>
        <p:spPr>
          <a:xfrm>
            <a:off x="149884" y="6214590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ED18A8-E6BB-CC9B-4A85-13CE2C7FD78C}"/>
              </a:ext>
            </a:extLst>
          </p:cNvPr>
          <p:cNvSpPr/>
          <p:nvPr/>
        </p:nvSpPr>
        <p:spPr>
          <a:xfrm>
            <a:off x="803484" y="6214590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6B2CE69-7D27-1C0A-BF92-9376DBA46822}"/>
              </a:ext>
            </a:extLst>
          </p:cNvPr>
          <p:cNvSpPr/>
          <p:nvPr/>
        </p:nvSpPr>
        <p:spPr>
          <a:xfrm>
            <a:off x="1457084" y="6214590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39B961-6AA7-D03F-E3F7-F710E37F1C7E}"/>
              </a:ext>
            </a:extLst>
          </p:cNvPr>
          <p:cNvSpPr/>
          <p:nvPr/>
        </p:nvSpPr>
        <p:spPr>
          <a:xfrm>
            <a:off x="2110684" y="621459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CCBD2E-A732-F21A-3DD4-6CF1AB94BDBB}"/>
              </a:ext>
            </a:extLst>
          </p:cNvPr>
          <p:cNvSpPr/>
          <p:nvPr/>
        </p:nvSpPr>
        <p:spPr>
          <a:xfrm>
            <a:off x="2764284" y="621459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41A84D-FEA9-3D8E-1938-4E6793AB8749}"/>
              </a:ext>
            </a:extLst>
          </p:cNvPr>
          <p:cNvSpPr/>
          <p:nvPr/>
        </p:nvSpPr>
        <p:spPr>
          <a:xfrm>
            <a:off x="3417884" y="6214590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318775-990E-AE59-DB0D-5337C62EC35D}"/>
              </a:ext>
            </a:extLst>
          </p:cNvPr>
          <p:cNvSpPr/>
          <p:nvPr/>
        </p:nvSpPr>
        <p:spPr>
          <a:xfrm>
            <a:off x="4071484" y="6214590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FD19635-E92E-C2FF-D719-64042C02127A}"/>
              </a:ext>
            </a:extLst>
          </p:cNvPr>
          <p:cNvSpPr/>
          <p:nvPr/>
        </p:nvSpPr>
        <p:spPr>
          <a:xfrm>
            <a:off x="4725086" y="6214590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6BF82F-25CD-266D-4ACE-E1476B305CCB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F31BF9-6C84-2F59-A92A-1B84542B06DC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FA418CB-0BB8-18F1-05CC-196436C112C6}"/>
              </a:ext>
            </a:extLst>
          </p:cNvPr>
          <p:cNvSpPr/>
          <p:nvPr/>
        </p:nvSpPr>
        <p:spPr>
          <a:xfrm>
            <a:off x="8466750" y="5250011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AD20E1-E9F0-DB2B-88D8-CFBF1254E3EF}"/>
              </a:ext>
            </a:extLst>
          </p:cNvPr>
          <p:cNvSpPr/>
          <p:nvPr/>
        </p:nvSpPr>
        <p:spPr>
          <a:xfrm>
            <a:off x="9021047" y="5250011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1DA297-D08D-24B6-EA86-D71CB2B1BA96}"/>
              </a:ext>
            </a:extLst>
          </p:cNvPr>
          <p:cNvSpPr/>
          <p:nvPr/>
        </p:nvSpPr>
        <p:spPr>
          <a:xfrm>
            <a:off x="9545236" y="5245934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86C228-F9D6-E982-D35C-E7B707086416}"/>
              </a:ext>
            </a:extLst>
          </p:cNvPr>
          <p:cNvSpPr/>
          <p:nvPr/>
        </p:nvSpPr>
        <p:spPr>
          <a:xfrm>
            <a:off x="10084011" y="5245028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FE7420-4942-5F94-ED1E-1A9808B423BB}"/>
              </a:ext>
            </a:extLst>
          </p:cNvPr>
          <p:cNvSpPr/>
          <p:nvPr/>
        </p:nvSpPr>
        <p:spPr>
          <a:xfrm>
            <a:off x="10569512" y="5234024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46C2164-67E0-0FCC-B4B3-BCAA1D259BC0}"/>
              </a:ext>
            </a:extLst>
          </p:cNvPr>
          <p:cNvSpPr/>
          <p:nvPr/>
        </p:nvSpPr>
        <p:spPr>
          <a:xfrm>
            <a:off x="10989371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CE58034-4CA1-1B91-25E6-EE5F98EDCA7F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337E37F-9FC8-B1C5-0005-2130B01870C0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2780771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711F5-E5E9-06BF-85CF-9A818F02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362B4797-6EDB-F005-1E85-1120EAFF66E4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594B366-6467-1850-4637-F9AB1FC1E9B2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1E555FE-ED9E-28E6-38E1-B59EB4112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BCFFCC1-4C4C-3ADA-07DE-9241F4317F5B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DAA528-B447-0307-17BB-E9D4972C1560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595942-DC35-6E63-B665-51CA02EB54AB}"/>
              </a:ext>
            </a:extLst>
          </p:cNvPr>
          <p:cNvSpPr/>
          <p:nvPr/>
        </p:nvSpPr>
        <p:spPr>
          <a:xfrm>
            <a:off x="144733" y="1442235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65A29E-3616-2AB8-846F-5229DA8E09C8}"/>
              </a:ext>
            </a:extLst>
          </p:cNvPr>
          <p:cNvSpPr/>
          <p:nvPr/>
        </p:nvSpPr>
        <p:spPr>
          <a:xfrm>
            <a:off x="144733" y="6204593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2DF656-DE9E-7616-7519-39722B2A313E}"/>
              </a:ext>
            </a:extLst>
          </p:cNvPr>
          <p:cNvSpPr/>
          <p:nvPr/>
        </p:nvSpPr>
        <p:spPr>
          <a:xfrm>
            <a:off x="798333" y="6204593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05DE8A-60AE-B989-80E2-F99F8ABBFDB4}"/>
              </a:ext>
            </a:extLst>
          </p:cNvPr>
          <p:cNvSpPr/>
          <p:nvPr/>
        </p:nvSpPr>
        <p:spPr>
          <a:xfrm>
            <a:off x="1451933" y="6204593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961E00-4CD2-904B-7310-07A9F0487D41}"/>
              </a:ext>
            </a:extLst>
          </p:cNvPr>
          <p:cNvSpPr/>
          <p:nvPr/>
        </p:nvSpPr>
        <p:spPr>
          <a:xfrm>
            <a:off x="2105533" y="6204593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F43012-E1BF-CFFF-B156-D09EC6A6722D}"/>
              </a:ext>
            </a:extLst>
          </p:cNvPr>
          <p:cNvSpPr/>
          <p:nvPr/>
        </p:nvSpPr>
        <p:spPr>
          <a:xfrm>
            <a:off x="2759133" y="6204593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B8F572-E014-CB1F-DC2B-247FFBB944DC}"/>
              </a:ext>
            </a:extLst>
          </p:cNvPr>
          <p:cNvSpPr/>
          <p:nvPr/>
        </p:nvSpPr>
        <p:spPr>
          <a:xfrm>
            <a:off x="3412733" y="6204593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3BD1C3-B8CF-7D8D-C84A-6B0132F12506}"/>
              </a:ext>
            </a:extLst>
          </p:cNvPr>
          <p:cNvSpPr/>
          <p:nvPr/>
        </p:nvSpPr>
        <p:spPr>
          <a:xfrm>
            <a:off x="4066335" y="6204593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60415C-696B-720B-BE5E-F1AE46E761A7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44849E-F18F-34D4-DB68-A51789E91323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E06DCF-1FA8-DDCE-E950-3681ACE758BB}"/>
              </a:ext>
            </a:extLst>
          </p:cNvPr>
          <p:cNvSpPr/>
          <p:nvPr/>
        </p:nvSpPr>
        <p:spPr>
          <a:xfrm>
            <a:off x="693373" y="1452232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874833-CFC9-079D-A947-C19D7CAB528A}"/>
              </a:ext>
            </a:extLst>
          </p:cNvPr>
          <p:cNvSpPr/>
          <p:nvPr/>
        </p:nvSpPr>
        <p:spPr>
          <a:xfrm>
            <a:off x="9021047" y="5250011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7681C68-7428-4536-603D-9EFFFC3441C3}"/>
              </a:ext>
            </a:extLst>
          </p:cNvPr>
          <p:cNvSpPr/>
          <p:nvPr/>
        </p:nvSpPr>
        <p:spPr>
          <a:xfrm>
            <a:off x="9545236" y="5245934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7489E5-3B8B-BAD0-0489-3D746C72AFA1}"/>
              </a:ext>
            </a:extLst>
          </p:cNvPr>
          <p:cNvSpPr/>
          <p:nvPr/>
        </p:nvSpPr>
        <p:spPr>
          <a:xfrm>
            <a:off x="10084011" y="5245028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6A8890-E89E-6E23-3159-5B1C087BE755}"/>
              </a:ext>
            </a:extLst>
          </p:cNvPr>
          <p:cNvSpPr/>
          <p:nvPr/>
        </p:nvSpPr>
        <p:spPr>
          <a:xfrm>
            <a:off x="10569512" y="5234024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18144A-1FCE-2DCE-5021-CC92DEA06674}"/>
              </a:ext>
            </a:extLst>
          </p:cNvPr>
          <p:cNvSpPr/>
          <p:nvPr/>
        </p:nvSpPr>
        <p:spPr>
          <a:xfrm>
            <a:off x="10989371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7FB381-CAC0-519B-8D36-4EA152501B59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C79252-C665-6B5D-8F48-B0F2B3BA8EBB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3768281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446D-599E-B6EC-50E2-39DED697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86C6308-384E-E826-2BA8-A8D9FE219BBF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24E7361-B3E3-5CF0-61C3-5BA66F01ECB9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77C92CC-DD42-FDC1-D980-E3A65F168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6CBC9AA2-07F6-89C2-27AE-FF4D42C0FDDB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EE720D-7003-570E-1E85-251C851B544E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7C5B52-F803-CFFA-5170-83A0B653085A}"/>
              </a:ext>
            </a:extLst>
          </p:cNvPr>
          <p:cNvSpPr/>
          <p:nvPr/>
        </p:nvSpPr>
        <p:spPr>
          <a:xfrm>
            <a:off x="144733" y="1442235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066EE8-2907-723F-1858-9C64FC1EC2D2}"/>
              </a:ext>
            </a:extLst>
          </p:cNvPr>
          <p:cNvSpPr/>
          <p:nvPr/>
        </p:nvSpPr>
        <p:spPr>
          <a:xfrm>
            <a:off x="144733" y="2130963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159305-5F37-48C5-7371-7442FE0AA891}"/>
              </a:ext>
            </a:extLst>
          </p:cNvPr>
          <p:cNvSpPr/>
          <p:nvPr/>
        </p:nvSpPr>
        <p:spPr>
          <a:xfrm>
            <a:off x="144733" y="6204593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391C87-D6B6-4C43-9DCC-963481E26391}"/>
              </a:ext>
            </a:extLst>
          </p:cNvPr>
          <p:cNvSpPr/>
          <p:nvPr/>
        </p:nvSpPr>
        <p:spPr>
          <a:xfrm>
            <a:off x="798333" y="6204593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A50AA3-2B59-BD69-EEDB-98BE03C6D0C6}"/>
              </a:ext>
            </a:extLst>
          </p:cNvPr>
          <p:cNvSpPr/>
          <p:nvPr/>
        </p:nvSpPr>
        <p:spPr>
          <a:xfrm>
            <a:off x="1451933" y="6204593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4861AD-C466-0F8B-89D5-2AE754B72206}"/>
              </a:ext>
            </a:extLst>
          </p:cNvPr>
          <p:cNvSpPr/>
          <p:nvPr/>
        </p:nvSpPr>
        <p:spPr>
          <a:xfrm>
            <a:off x="2105533" y="6204593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4D8966-3755-1C18-CB11-3617E7372CBE}"/>
              </a:ext>
            </a:extLst>
          </p:cNvPr>
          <p:cNvSpPr/>
          <p:nvPr/>
        </p:nvSpPr>
        <p:spPr>
          <a:xfrm>
            <a:off x="2759133" y="6204593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DE7819-8514-BE73-649D-09AA4A91044B}"/>
              </a:ext>
            </a:extLst>
          </p:cNvPr>
          <p:cNvSpPr/>
          <p:nvPr/>
        </p:nvSpPr>
        <p:spPr>
          <a:xfrm>
            <a:off x="3412735" y="6204593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194B06-376D-DB79-6A84-44A6EEBDBF70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62DF2B-7641-C986-F97F-1BA5FC912899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3EC05C0-568B-C35C-6F4D-692CC71A4E7B}"/>
              </a:ext>
            </a:extLst>
          </p:cNvPr>
          <p:cNvSpPr/>
          <p:nvPr/>
        </p:nvSpPr>
        <p:spPr>
          <a:xfrm>
            <a:off x="693373" y="1452232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4A2D14-0BBF-1A68-AE0E-BDB382498554}"/>
              </a:ext>
            </a:extLst>
          </p:cNvPr>
          <p:cNvSpPr/>
          <p:nvPr/>
        </p:nvSpPr>
        <p:spPr>
          <a:xfrm>
            <a:off x="693373" y="2130963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BE8DD0-06D1-1B46-E19F-092B1BE831A9}"/>
              </a:ext>
            </a:extLst>
          </p:cNvPr>
          <p:cNvSpPr/>
          <p:nvPr/>
        </p:nvSpPr>
        <p:spPr>
          <a:xfrm>
            <a:off x="9545236" y="5245934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E38525-ADAC-146C-C766-98C1E3F1F700}"/>
              </a:ext>
            </a:extLst>
          </p:cNvPr>
          <p:cNvSpPr/>
          <p:nvPr/>
        </p:nvSpPr>
        <p:spPr>
          <a:xfrm>
            <a:off x="10084011" y="5245028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669183-F5E4-6F44-E02B-CB252CFD8EB3}"/>
              </a:ext>
            </a:extLst>
          </p:cNvPr>
          <p:cNvSpPr/>
          <p:nvPr/>
        </p:nvSpPr>
        <p:spPr>
          <a:xfrm>
            <a:off x="10569512" y="5234024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B7BE27-016E-C926-438B-050A75C9F7E5}"/>
              </a:ext>
            </a:extLst>
          </p:cNvPr>
          <p:cNvSpPr/>
          <p:nvPr/>
        </p:nvSpPr>
        <p:spPr>
          <a:xfrm>
            <a:off x="10989371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EE7C6D-B435-52BE-12A1-C40578283B8F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A631B3-2C34-23DC-7755-4433FCDF8D2B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2932497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6759-E537-A695-BC67-02543E5D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5E02487-D8A5-B9DD-0A1E-76A2C3E833F0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FB0BCC1-952F-1773-8422-53E0E4F7A0F7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B937B5A-A045-D85D-335B-902B9D9A8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0DD2E219-5E15-6007-5784-83DEDA448DA7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955717-2DAA-A1EC-B3BB-1AF7BA3196FA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DB04E5-3D46-3C73-6EBD-A3FB1F3E9A3E}"/>
              </a:ext>
            </a:extLst>
          </p:cNvPr>
          <p:cNvSpPr/>
          <p:nvPr/>
        </p:nvSpPr>
        <p:spPr>
          <a:xfrm>
            <a:off x="144733" y="1442235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B4F794-853C-D4B5-54FA-B34DDA95053E}"/>
              </a:ext>
            </a:extLst>
          </p:cNvPr>
          <p:cNvSpPr/>
          <p:nvPr/>
        </p:nvSpPr>
        <p:spPr>
          <a:xfrm>
            <a:off x="144733" y="2130963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77F63C-9F11-5A18-7548-44E15FA6D7EF}"/>
              </a:ext>
            </a:extLst>
          </p:cNvPr>
          <p:cNvSpPr/>
          <p:nvPr/>
        </p:nvSpPr>
        <p:spPr>
          <a:xfrm>
            <a:off x="144733" y="2819691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F82399-3E3A-B9AD-1E28-8B94FFA67126}"/>
              </a:ext>
            </a:extLst>
          </p:cNvPr>
          <p:cNvSpPr/>
          <p:nvPr/>
        </p:nvSpPr>
        <p:spPr>
          <a:xfrm>
            <a:off x="144733" y="6204593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EEE4E1-51FC-F75B-654D-D8BC13087FDE}"/>
              </a:ext>
            </a:extLst>
          </p:cNvPr>
          <p:cNvSpPr/>
          <p:nvPr/>
        </p:nvSpPr>
        <p:spPr>
          <a:xfrm>
            <a:off x="798333" y="6204593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0144B4-EFC6-8D48-23E3-A2F8C29369DA}"/>
              </a:ext>
            </a:extLst>
          </p:cNvPr>
          <p:cNvSpPr/>
          <p:nvPr/>
        </p:nvSpPr>
        <p:spPr>
          <a:xfrm>
            <a:off x="1451933" y="6204593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FEC8B8-722A-35C0-728C-0C17E1EF0117}"/>
              </a:ext>
            </a:extLst>
          </p:cNvPr>
          <p:cNvSpPr/>
          <p:nvPr/>
        </p:nvSpPr>
        <p:spPr>
          <a:xfrm>
            <a:off x="2105533" y="6204593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3E2D2B-6CF8-9355-39DD-D2C9C5940A6B}"/>
              </a:ext>
            </a:extLst>
          </p:cNvPr>
          <p:cNvSpPr/>
          <p:nvPr/>
        </p:nvSpPr>
        <p:spPr>
          <a:xfrm>
            <a:off x="2759135" y="6204593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16B865-62D0-D171-82A1-D081EA3A9119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5A8441-1C51-0B97-4482-4AFA03202FB2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35315D-8ABC-2982-1CE5-75A08F383F0C}"/>
              </a:ext>
            </a:extLst>
          </p:cNvPr>
          <p:cNvSpPr/>
          <p:nvPr/>
        </p:nvSpPr>
        <p:spPr>
          <a:xfrm>
            <a:off x="693373" y="1452232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DD4BC3-63A7-104C-293F-638ED031E730}"/>
              </a:ext>
            </a:extLst>
          </p:cNvPr>
          <p:cNvSpPr/>
          <p:nvPr/>
        </p:nvSpPr>
        <p:spPr>
          <a:xfrm>
            <a:off x="693373" y="2130963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8A62E5-E5B4-BE5E-33CD-ADC2F091E1F9}"/>
              </a:ext>
            </a:extLst>
          </p:cNvPr>
          <p:cNvSpPr/>
          <p:nvPr/>
        </p:nvSpPr>
        <p:spPr>
          <a:xfrm>
            <a:off x="693373" y="2819691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1538E1-F97F-474C-7533-4422B6CAB251}"/>
              </a:ext>
            </a:extLst>
          </p:cNvPr>
          <p:cNvSpPr/>
          <p:nvPr/>
        </p:nvSpPr>
        <p:spPr>
          <a:xfrm>
            <a:off x="10084011" y="5245028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DAB8C4-4372-2DB1-1ADF-D76F020EEEF8}"/>
              </a:ext>
            </a:extLst>
          </p:cNvPr>
          <p:cNvSpPr/>
          <p:nvPr/>
        </p:nvSpPr>
        <p:spPr>
          <a:xfrm>
            <a:off x="10569512" y="5234024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62D178-758C-5D66-4BE8-CE4729F62D9F}"/>
              </a:ext>
            </a:extLst>
          </p:cNvPr>
          <p:cNvSpPr/>
          <p:nvPr/>
        </p:nvSpPr>
        <p:spPr>
          <a:xfrm>
            <a:off x="10989371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FC467AB-67D0-C236-CD29-0DAA686C6CD7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18958C4-1D43-7F8F-EA7C-326673E05A7E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3693876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566D-7BED-260B-BB41-A0621BC5F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8182C1F-FBBF-1F5C-17DF-44E34D387459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31F6EF-7113-A861-A1C9-CA081631D007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5AC284B-80A1-A009-7675-B4357B441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B885C168-E36D-3A9D-434E-829AD1011C52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AA2111-9A17-737F-C7C2-EA05A017F399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741A00-2670-E5EF-C708-CEB1FD645D75}"/>
              </a:ext>
            </a:extLst>
          </p:cNvPr>
          <p:cNvSpPr/>
          <p:nvPr/>
        </p:nvSpPr>
        <p:spPr>
          <a:xfrm>
            <a:off x="144733" y="1442235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649688-8CD7-CF1A-7509-A1BE3A92CAEE}"/>
              </a:ext>
            </a:extLst>
          </p:cNvPr>
          <p:cNvSpPr/>
          <p:nvPr/>
        </p:nvSpPr>
        <p:spPr>
          <a:xfrm>
            <a:off x="144733" y="2130963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6B14DE-2854-C885-6C9B-A12529525728}"/>
              </a:ext>
            </a:extLst>
          </p:cNvPr>
          <p:cNvSpPr/>
          <p:nvPr/>
        </p:nvSpPr>
        <p:spPr>
          <a:xfrm>
            <a:off x="144733" y="2819691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A237D3-C5EA-CF4E-816A-CB7ED971FD3F}"/>
              </a:ext>
            </a:extLst>
          </p:cNvPr>
          <p:cNvSpPr/>
          <p:nvPr/>
        </p:nvSpPr>
        <p:spPr>
          <a:xfrm>
            <a:off x="144733" y="347789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DCEF56E-5FF3-22DD-DF44-B7285B360294}"/>
              </a:ext>
            </a:extLst>
          </p:cNvPr>
          <p:cNvSpPr/>
          <p:nvPr/>
        </p:nvSpPr>
        <p:spPr>
          <a:xfrm>
            <a:off x="144733" y="621459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8F390F-C1B0-FC18-A0EE-800000145E9C}"/>
              </a:ext>
            </a:extLst>
          </p:cNvPr>
          <p:cNvSpPr/>
          <p:nvPr/>
        </p:nvSpPr>
        <p:spPr>
          <a:xfrm>
            <a:off x="798333" y="6214590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CE7B13-C768-87D8-B97D-927D45FB912C}"/>
              </a:ext>
            </a:extLst>
          </p:cNvPr>
          <p:cNvSpPr/>
          <p:nvPr/>
        </p:nvSpPr>
        <p:spPr>
          <a:xfrm>
            <a:off x="1451933" y="6214590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D2581E-152C-CC21-D570-7ED34B079CE8}"/>
              </a:ext>
            </a:extLst>
          </p:cNvPr>
          <p:cNvSpPr/>
          <p:nvPr/>
        </p:nvSpPr>
        <p:spPr>
          <a:xfrm>
            <a:off x="2105535" y="6214590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19D09B-864C-4DF0-D1EE-888B9B714BE1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AFBE18-DF76-951A-8055-C6F450625AF8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0A0EA7-8D2A-C01C-6A49-621701A0FCC5}"/>
              </a:ext>
            </a:extLst>
          </p:cNvPr>
          <p:cNvSpPr/>
          <p:nvPr/>
        </p:nvSpPr>
        <p:spPr>
          <a:xfrm>
            <a:off x="693373" y="1452232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7D260D-BE2E-F007-2C42-210BCC3A8210}"/>
              </a:ext>
            </a:extLst>
          </p:cNvPr>
          <p:cNvSpPr/>
          <p:nvPr/>
        </p:nvSpPr>
        <p:spPr>
          <a:xfrm>
            <a:off x="693373" y="2130963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01ECB5-AECC-ACAB-F8B0-D59EB23A6CE3}"/>
              </a:ext>
            </a:extLst>
          </p:cNvPr>
          <p:cNvSpPr/>
          <p:nvPr/>
        </p:nvSpPr>
        <p:spPr>
          <a:xfrm>
            <a:off x="693373" y="2819691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07C9FC-FFC8-5E05-694B-F737470C2A62}"/>
              </a:ext>
            </a:extLst>
          </p:cNvPr>
          <p:cNvSpPr/>
          <p:nvPr/>
        </p:nvSpPr>
        <p:spPr>
          <a:xfrm>
            <a:off x="693373" y="3508419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3182684-CF74-2ACC-51FE-146D235E98C9}"/>
              </a:ext>
            </a:extLst>
          </p:cNvPr>
          <p:cNvSpPr/>
          <p:nvPr/>
        </p:nvSpPr>
        <p:spPr>
          <a:xfrm>
            <a:off x="10569512" y="5234024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6782893-F72C-6F6D-3D9D-06B98ED3A3A3}"/>
              </a:ext>
            </a:extLst>
          </p:cNvPr>
          <p:cNvSpPr/>
          <p:nvPr/>
        </p:nvSpPr>
        <p:spPr>
          <a:xfrm>
            <a:off x="10989371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BD31461-DBC9-3981-E637-EC3BA634A5A0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348428-3219-7C7F-BB44-17006617BE45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1693978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A4271-7ACF-7805-1324-16D5FD2C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8858AB9-F788-02EB-09B4-500037AF693E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8F2E726-04DA-EE13-3A3E-80443397D06B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4204C95-3020-DF7A-4359-081D29D80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BAEAE82-9081-C6A3-3D4B-FD1FACE51C7C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684AF3-5D12-02E9-A5E1-FCA55D0D27DC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2DCFFA-4E42-B395-8E06-320F6893F919}"/>
              </a:ext>
            </a:extLst>
          </p:cNvPr>
          <p:cNvSpPr/>
          <p:nvPr/>
        </p:nvSpPr>
        <p:spPr>
          <a:xfrm>
            <a:off x="144733" y="1442235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C21266-60A2-FAE0-8702-20A8DD73AB6E}"/>
              </a:ext>
            </a:extLst>
          </p:cNvPr>
          <p:cNvSpPr/>
          <p:nvPr/>
        </p:nvSpPr>
        <p:spPr>
          <a:xfrm>
            <a:off x="144733" y="2130963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9477AE-0B83-C7A2-8030-FCC42608C2A1}"/>
              </a:ext>
            </a:extLst>
          </p:cNvPr>
          <p:cNvSpPr/>
          <p:nvPr/>
        </p:nvSpPr>
        <p:spPr>
          <a:xfrm>
            <a:off x="144733" y="2819691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78F099-880F-1AF7-EE97-FAA2AB16EA90}"/>
              </a:ext>
            </a:extLst>
          </p:cNvPr>
          <p:cNvSpPr/>
          <p:nvPr/>
        </p:nvSpPr>
        <p:spPr>
          <a:xfrm>
            <a:off x="144733" y="347789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99186E-6900-ACD8-714D-26C991D8B754}"/>
              </a:ext>
            </a:extLst>
          </p:cNvPr>
          <p:cNvSpPr/>
          <p:nvPr/>
        </p:nvSpPr>
        <p:spPr>
          <a:xfrm>
            <a:off x="144733" y="4166618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8ACC39-F8AE-0889-284B-DAFD9BE94795}"/>
              </a:ext>
            </a:extLst>
          </p:cNvPr>
          <p:cNvSpPr/>
          <p:nvPr/>
        </p:nvSpPr>
        <p:spPr>
          <a:xfrm>
            <a:off x="144733" y="6214590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2D8356-FCDE-AA23-72A1-2015751DB7FD}"/>
              </a:ext>
            </a:extLst>
          </p:cNvPr>
          <p:cNvSpPr/>
          <p:nvPr/>
        </p:nvSpPr>
        <p:spPr>
          <a:xfrm>
            <a:off x="798333" y="6214590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F58FE6-64D1-1ED5-F5DE-3B0F30DC9FA1}"/>
              </a:ext>
            </a:extLst>
          </p:cNvPr>
          <p:cNvSpPr/>
          <p:nvPr/>
        </p:nvSpPr>
        <p:spPr>
          <a:xfrm>
            <a:off x="1451935" y="6214590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4FC19D-959F-21F9-C0B2-FF0A8089ECF7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8A6220-A1AE-562C-736D-BCB89F5C72FE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BD68C4-BEBB-C17D-81E0-EBEE527E16DF}"/>
              </a:ext>
            </a:extLst>
          </p:cNvPr>
          <p:cNvSpPr/>
          <p:nvPr/>
        </p:nvSpPr>
        <p:spPr>
          <a:xfrm>
            <a:off x="693373" y="1452232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704D0D-9F00-C044-BC4B-44E4BE13C70C}"/>
              </a:ext>
            </a:extLst>
          </p:cNvPr>
          <p:cNvSpPr/>
          <p:nvPr/>
        </p:nvSpPr>
        <p:spPr>
          <a:xfrm>
            <a:off x="693373" y="2130963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70896E5-B0A1-9473-2200-FB05C543CF26}"/>
              </a:ext>
            </a:extLst>
          </p:cNvPr>
          <p:cNvSpPr/>
          <p:nvPr/>
        </p:nvSpPr>
        <p:spPr>
          <a:xfrm>
            <a:off x="693373" y="2819691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EE9613-1044-978B-A943-1810FA21F57C}"/>
              </a:ext>
            </a:extLst>
          </p:cNvPr>
          <p:cNvSpPr/>
          <p:nvPr/>
        </p:nvSpPr>
        <p:spPr>
          <a:xfrm>
            <a:off x="693373" y="3508419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732D72-313E-8D2E-2B6B-5B2D2AEA8335}"/>
              </a:ext>
            </a:extLst>
          </p:cNvPr>
          <p:cNvSpPr/>
          <p:nvPr/>
        </p:nvSpPr>
        <p:spPr>
          <a:xfrm>
            <a:off x="693373" y="4197147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A3782A-97C8-E913-6E85-5E60DDAFB24C}"/>
              </a:ext>
            </a:extLst>
          </p:cNvPr>
          <p:cNvSpPr/>
          <p:nvPr/>
        </p:nvSpPr>
        <p:spPr>
          <a:xfrm>
            <a:off x="10989371" y="5234930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645355-E384-B9FA-07F7-355CB3C42E42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17C84C6-3447-10DB-9D18-3267C929028A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1726088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8591-AADE-4223-5A86-2A8F1402B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DC3430A-5F8E-DEF6-373F-07A828C3DA03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000A80C-B4BD-F3E0-B931-CF06C9E20DCF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B570B41-96FF-3B9A-D07B-B9DCB878E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49E76978-8548-D34E-9803-B389370A2763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8B517D-6F39-2BFA-5C2F-1A10C0F6E666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68B140-6AED-EAB6-C312-B47EC643EA50}"/>
              </a:ext>
            </a:extLst>
          </p:cNvPr>
          <p:cNvSpPr/>
          <p:nvPr/>
        </p:nvSpPr>
        <p:spPr>
          <a:xfrm>
            <a:off x="144733" y="1442235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DFAFC7-CCF4-922F-C422-7D971AABD6F7}"/>
              </a:ext>
            </a:extLst>
          </p:cNvPr>
          <p:cNvSpPr/>
          <p:nvPr/>
        </p:nvSpPr>
        <p:spPr>
          <a:xfrm>
            <a:off x="144733" y="2130963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7090A9-44A8-6E44-87D2-758E7AFD5A9B}"/>
              </a:ext>
            </a:extLst>
          </p:cNvPr>
          <p:cNvSpPr/>
          <p:nvPr/>
        </p:nvSpPr>
        <p:spPr>
          <a:xfrm>
            <a:off x="144733" y="2819691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F65A8F-5780-A611-C8E5-BF2FDF78C5E5}"/>
              </a:ext>
            </a:extLst>
          </p:cNvPr>
          <p:cNvSpPr/>
          <p:nvPr/>
        </p:nvSpPr>
        <p:spPr>
          <a:xfrm>
            <a:off x="144733" y="347789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98B8E1-8266-9A77-FA93-2C1A2E732DFF}"/>
              </a:ext>
            </a:extLst>
          </p:cNvPr>
          <p:cNvSpPr/>
          <p:nvPr/>
        </p:nvSpPr>
        <p:spPr>
          <a:xfrm>
            <a:off x="144733" y="4166618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1FB416-AE7F-A228-10D5-ADC7100B4409}"/>
              </a:ext>
            </a:extLst>
          </p:cNvPr>
          <p:cNvSpPr/>
          <p:nvPr/>
        </p:nvSpPr>
        <p:spPr>
          <a:xfrm>
            <a:off x="144733" y="4817716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FC9E6C-4BD2-1119-1E8A-31C599EB7490}"/>
              </a:ext>
            </a:extLst>
          </p:cNvPr>
          <p:cNvSpPr/>
          <p:nvPr/>
        </p:nvSpPr>
        <p:spPr>
          <a:xfrm>
            <a:off x="144733" y="6204593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BB537E-B9B2-6E90-BA39-A46FAD556C63}"/>
              </a:ext>
            </a:extLst>
          </p:cNvPr>
          <p:cNvSpPr/>
          <p:nvPr/>
        </p:nvSpPr>
        <p:spPr>
          <a:xfrm>
            <a:off x="798335" y="6204593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F7DAAD-F7D4-FFAE-BA89-13C9D2006471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B726CC-DB62-985A-532C-8DB39A9B3EEC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6C01F7-529A-2349-AE8D-05F7EA85AC76}"/>
              </a:ext>
            </a:extLst>
          </p:cNvPr>
          <p:cNvSpPr/>
          <p:nvPr/>
        </p:nvSpPr>
        <p:spPr>
          <a:xfrm>
            <a:off x="693373" y="1452232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BFA904-6FD1-23B9-B613-8EE71FF0B40B}"/>
              </a:ext>
            </a:extLst>
          </p:cNvPr>
          <p:cNvSpPr/>
          <p:nvPr/>
        </p:nvSpPr>
        <p:spPr>
          <a:xfrm>
            <a:off x="693373" y="2130963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AFC031-CCBA-6826-6AD8-745A3798A8A4}"/>
              </a:ext>
            </a:extLst>
          </p:cNvPr>
          <p:cNvSpPr/>
          <p:nvPr/>
        </p:nvSpPr>
        <p:spPr>
          <a:xfrm>
            <a:off x="693373" y="2819691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A9C7239-313D-EEBB-ED16-46F13A6D898E}"/>
              </a:ext>
            </a:extLst>
          </p:cNvPr>
          <p:cNvSpPr/>
          <p:nvPr/>
        </p:nvSpPr>
        <p:spPr>
          <a:xfrm>
            <a:off x="693373" y="3508419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058F1D9-B356-F072-989E-67DA5E649DCF}"/>
              </a:ext>
            </a:extLst>
          </p:cNvPr>
          <p:cNvSpPr/>
          <p:nvPr/>
        </p:nvSpPr>
        <p:spPr>
          <a:xfrm>
            <a:off x="693373" y="4197147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167708-D5F2-E279-9DE9-C44B447D4B4D}"/>
              </a:ext>
            </a:extLst>
          </p:cNvPr>
          <p:cNvSpPr/>
          <p:nvPr/>
        </p:nvSpPr>
        <p:spPr>
          <a:xfrm>
            <a:off x="693373" y="4848245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D03C41-633C-DC86-8A6D-6979F6374D54}"/>
              </a:ext>
            </a:extLst>
          </p:cNvPr>
          <p:cNvSpPr/>
          <p:nvPr/>
        </p:nvSpPr>
        <p:spPr>
          <a:xfrm>
            <a:off x="11434609" y="5242962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44E56F5-9EC8-530F-B32E-67CB4657E932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1199819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E31E-D5E2-847D-DE12-92E01A04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B15A3D41-DF7A-778C-3BEE-7B40BF37394D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17B00C5-D44C-4C0A-F671-48DEB05BC9FD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452FB98-4867-1F7C-3CB6-BA039E329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A7CD81AE-A1B8-ACB4-0859-FA6D9CAFA4FD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D0F78E-759D-4D36-52BC-D094A8A58EAB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D23842-DC0E-A16F-AC8E-7A65D8752E74}"/>
              </a:ext>
            </a:extLst>
          </p:cNvPr>
          <p:cNvSpPr/>
          <p:nvPr/>
        </p:nvSpPr>
        <p:spPr>
          <a:xfrm>
            <a:off x="144733" y="1442235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46B527-F177-79A9-B569-7922E2D93D09}"/>
              </a:ext>
            </a:extLst>
          </p:cNvPr>
          <p:cNvSpPr/>
          <p:nvPr/>
        </p:nvSpPr>
        <p:spPr>
          <a:xfrm>
            <a:off x="144733" y="2130963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63F0DD-51C7-C848-B21A-FBA6F916593C}"/>
              </a:ext>
            </a:extLst>
          </p:cNvPr>
          <p:cNvSpPr/>
          <p:nvPr/>
        </p:nvSpPr>
        <p:spPr>
          <a:xfrm>
            <a:off x="144733" y="2819691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A217B5-DE82-81B7-BB73-346F8565A6A0}"/>
              </a:ext>
            </a:extLst>
          </p:cNvPr>
          <p:cNvSpPr/>
          <p:nvPr/>
        </p:nvSpPr>
        <p:spPr>
          <a:xfrm>
            <a:off x="144733" y="347789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8B9D31-8879-0395-6EBD-767D8316EC72}"/>
              </a:ext>
            </a:extLst>
          </p:cNvPr>
          <p:cNvSpPr/>
          <p:nvPr/>
        </p:nvSpPr>
        <p:spPr>
          <a:xfrm>
            <a:off x="144733" y="4166618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76F81C-27DB-DB71-973E-8E3C325D2AB7}"/>
              </a:ext>
            </a:extLst>
          </p:cNvPr>
          <p:cNvSpPr/>
          <p:nvPr/>
        </p:nvSpPr>
        <p:spPr>
          <a:xfrm>
            <a:off x="144733" y="4817716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FD26FE-2C4E-27B6-B936-548BBFECD6B1}"/>
              </a:ext>
            </a:extLst>
          </p:cNvPr>
          <p:cNvSpPr/>
          <p:nvPr/>
        </p:nvSpPr>
        <p:spPr>
          <a:xfrm>
            <a:off x="144733" y="5468814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EC6511-2BAE-8A0D-D1E0-CE41F56E956B}"/>
              </a:ext>
            </a:extLst>
          </p:cNvPr>
          <p:cNvSpPr/>
          <p:nvPr/>
        </p:nvSpPr>
        <p:spPr>
          <a:xfrm>
            <a:off x="144733" y="6225701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1CA542-2D45-D4D9-29C8-58F482F03587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3480C4-4E34-43F2-183A-C3EAD9CCAE56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785DA2-99D3-C79A-E36F-B587DF84C0FD}"/>
              </a:ext>
            </a:extLst>
          </p:cNvPr>
          <p:cNvSpPr/>
          <p:nvPr/>
        </p:nvSpPr>
        <p:spPr>
          <a:xfrm>
            <a:off x="693373" y="1452232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1AA6B1-CB6E-97A6-B4EA-88FBA43D8B5C}"/>
              </a:ext>
            </a:extLst>
          </p:cNvPr>
          <p:cNvSpPr/>
          <p:nvPr/>
        </p:nvSpPr>
        <p:spPr>
          <a:xfrm>
            <a:off x="693373" y="2130963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DB663D2-2309-8969-3BA0-6DE79BF1A6B5}"/>
              </a:ext>
            </a:extLst>
          </p:cNvPr>
          <p:cNvSpPr/>
          <p:nvPr/>
        </p:nvSpPr>
        <p:spPr>
          <a:xfrm>
            <a:off x="693373" y="2819691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2D88B7-00BA-B303-D89B-5DDC57070AC2}"/>
              </a:ext>
            </a:extLst>
          </p:cNvPr>
          <p:cNvSpPr/>
          <p:nvPr/>
        </p:nvSpPr>
        <p:spPr>
          <a:xfrm>
            <a:off x="693373" y="3508419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8722BE-C6AF-0932-C915-36B7ED12B1D8}"/>
              </a:ext>
            </a:extLst>
          </p:cNvPr>
          <p:cNvSpPr/>
          <p:nvPr/>
        </p:nvSpPr>
        <p:spPr>
          <a:xfrm>
            <a:off x="693373" y="4197147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8781D7E-76DF-31DB-05D2-715594C0787F}"/>
              </a:ext>
            </a:extLst>
          </p:cNvPr>
          <p:cNvSpPr/>
          <p:nvPr/>
        </p:nvSpPr>
        <p:spPr>
          <a:xfrm>
            <a:off x="693373" y="4848245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9CEDD1-A11E-6BD2-1ED3-80090412D38D}"/>
              </a:ext>
            </a:extLst>
          </p:cNvPr>
          <p:cNvSpPr/>
          <p:nvPr/>
        </p:nvSpPr>
        <p:spPr>
          <a:xfrm>
            <a:off x="693373" y="5457599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C42684-50EF-30C7-DAEB-9F9A2DF6BB43}"/>
              </a:ext>
            </a:extLst>
          </p:cNvPr>
          <p:cNvSpPr/>
          <p:nvPr/>
        </p:nvSpPr>
        <p:spPr>
          <a:xfrm>
            <a:off x="11835167" y="5223020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2729203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90317-6891-3757-A36D-A30B28A25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CE94DB1-2782-B212-4B20-1FAD2F4C7CE6}"/>
              </a:ext>
            </a:extLst>
          </p:cNvPr>
          <p:cNvGrpSpPr/>
          <p:nvPr/>
        </p:nvGrpSpPr>
        <p:grpSpPr>
          <a:xfrm>
            <a:off x="9894742" y="80998"/>
            <a:ext cx="1263663" cy="5857873"/>
            <a:chOff x="9894742" y="618333"/>
            <a:chExt cx="1263663" cy="585787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1E4A360-F3B0-6ABC-4552-3A2D883078B8}"/>
                </a:ext>
              </a:extLst>
            </p:cNvPr>
            <p:cNvSpPr/>
            <p:nvPr/>
          </p:nvSpPr>
          <p:spPr>
            <a:xfrm rot="737926">
              <a:off x="9894742" y="618333"/>
              <a:ext cx="1263663" cy="5857873"/>
            </a:xfrm>
            <a:custGeom>
              <a:avLst/>
              <a:gdLst>
                <a:gd name="connsiteX0" fmla="*/ 217931 w 1307561"/>
                <a:gd name="connsiteY0" fmla="*/ 0 h 3419831"/>
                <a:gd name="connsiteX1" fmla="*/ 1089630 w 1307561"/>
                <a:gd name="connsiteY1" fmla="*/ 0 h 3419831"/>
                <a:gd name="connsiteX2" fmla="*/ 1307561 w 1307561"/>
                <a:gd name="connsiteY2" fmla="*/ 217931 h 3419831"/>
                <a:gd name="connsiteX3" fmla="*/ 1307561 w 1307561"/>
                <a:gd name="connsiteY3" fmla="*/ 3419831 h 3419831"/>
                <a:gd name="connsiteX4" fmla="*/ 0 w 1307561"/>
                <a:gd name="connsiteY4" fmla="*/ 3032280 h 3419831"/>
                <a:gd name="connsiteX5" fmla="*/ 0 w 1307561"/>
                <a:gd name="connsiteY5" fmla="*/ 217931 h 3419831"/>
                <a:gd name="connsiteX6" fmla="*/ 217931 w 1307561"/>
                <a:gd name="connsiteY6" fmla="*/ 0 h 341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561" h="3419831">
                  <a:moveTo>
                    <a:pt x="217931" y="0"/>
                  </a:moveTo>
                  <a:lnTo>
                    <a:pt x="1089630" y="0"/>
                  </a:lnTo>
                  <a:cubicBezTo>
                    <a:pt x="1209990" y="0"/>
                    <a:pt x="1307561" y="97571"/>
                    <a:pt x="1307561" y="217931"/>
                  </a:cubicBezTo>
                  <a:lnTo>
                    <a:pt x="1307561" y="3419831"/>
                  </a:lnTo>
                  <a:lnTo>
                    <a:pt x="0" y="3032280"/>
                  </a:lnTo>
                  <a:lnTo>
                    <a:pt x="0" y="217931"/>
                  </a:lnTo>
                  <a:cubicBezTo>
                    <a:pt x="0" y="97571"/>
                    <a:pt x="97571" y="0"/>
                    <a:pt x="217931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rgbClr val="E85AE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D9F5E06-0399-823F-C7FB-B63E89689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946555">
              <a:off x="8137934" y="2783541"/>
              <a:ext cx="4887007" cy="800212"/>
            </a:xfrm>
            <a:prstGeom prst="rect">
              <a:avLst/>
            </a:prstGeom>
          </p:spPr>
        </p:pic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B4FBB09D-9E74-A71F-1FF7-1AB18DDD918B}"/>
              </a:ext>
            </a:extLst>
          </p:cNvPr>
          <p:cNvSpPr/>
          <p:nvPr/>
        </p:nvSpPr>
        <p:spPr>
          <a:xfrm>
            <a:off x="149884" y="94770"/>
            <a:ext cx="548640" cy="54864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210B87-E299-E843-241B-C1195ACDA427}"/>
              </a:ext>
            </a:extLst>
          </p:cNvPr>
          <p:cNvSpPr/>
          <p:nvPr/>
        </p:nvSpPr>
        <p:spPr>
          <a:xfrm>
            <a:off x="149884" y="773501"/>
            <a:ext cx="548640" cy="54864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C322E8-23DA-9C00-65DC-C06379C3115F}"/>
              </a:ext>
            </a:extLst>
          </p:cNvPr>
          <p:cNvSpPr/>
          <p:nvPr/>
        </p:nvSpPr>
        <p:spPr>
          <a:xfrm>
            <a:off x="144733" y="1442235"/>
            <a:ext cx="548640" cy="54864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A3CD9D-122E-B3BC-4676-4D4251FCABEE}"/>
              </a:ext>
            </a:extLst>
          </p:cNvPr>
          <p:cNvSpPr/>
          <p:nvPr/>
        </p:nvSpPr>
        <p:spPr>
          <a:xfrm>
            <a:off x="144733" y="2130963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428E7D-0B0A-33A6-30AB-AA26B7DAACB4}"/>
              </a:ext>
            </a:extLst>
          </p:cNvPr>
          <p:cNvSpPr/>
          <p:nvPr/>
        </p:nvSpPr>
        <p:spPr>
          <a:xfrm>
            <a:off x="144733" y="2819691"/>
            <a:ext cx="548640" cy="548640"/>
          </a:xfrm>
          <a:prstGeom prst="ellipse">
            <a:avLst/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FB845C-956E-07B2-AE26-2F7E5A4F5A4C}"/>
              </a:ext>
            </a:extLst>
          </p:cNvPr>
          <p:cNvSpPr/>
          <p:nvPr/>
        </p:nvSpPr>
        <p:spPr>
          <a:xfrm>
            <a:off x="144733" y="3477890"/>
            <a:ext cx="548640" cy="54864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21DA07-D51B-EA4B-786A-EB095A8EFA41}"/>
              </a:ext>
            </a:extLst>
          </p:cNvPr>
          <p:cNvSpPr/>
          <p:nvPr/>
        </p:nvSpPr>
        <p:spPr>
          <a:xfrm>
            <a:off x="144733" y="4166618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17D2CD-C19F-6C82-69D5-D60D769B98DF}"/>
              </a:ext>
            </a:extLst>
          </p:cNvPr>
          <p:cNvSpPr/>
          <p:nvPr/>
        </p:nvSpPr>
        <p:spPr>
          <a:xfrm>
            <a:off x="144733" y="4817716"/>
            <a:ext cx="548640" cy="548640"/>
          </a:xfrm>
          <a:prstGeom prst="ellipse">
            <a:avLst/>
          </a:prstGeom>
          <a:solidFill>
            <a:srgbClr val="0CA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BB3E21-F89F-2800-A4AF-DB756FC42F25}"/>
              </a:ext>
            </a:extLst>
          </p:cNvPr>
          <p:cNvSpPr/>
          <p:nvPr/>
        </p:nvSpPr>
        <p:spPr>
          <a:xfrm>
            <a:off x="144733" y="5468814"/>
            <a:ext cx="548640" cy="548640"/>
          </a:xfrm>
          <a:prstGeom prst="ellipse">
            <a:avLst/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DD8655-971C-5FF5-9867-34AE249A56B7}"/>
              </a:ext>
            </a:extLst>
          </p:cNvPr>
          <p:cNvSpPr/>
          <p:nvPr/>
        </p:nvSpPr>
        <p:spPr>
          <a:xfrm>
            <a:off x="144733" y="6089383"/>
            <a:ext cx="548640" cy="54864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BDB897-F7CB-3B6D-556B-867EC7379BDB}"/>
              </a:ext>
            </a:extLst>
          </p:cNvPr>
          <p:cNvSpPr/>
          <p:nvPr/>
        </p:nvSpPr>
        <p:spPr>
          <a:xfrm>
            <a:off x="693373" y="104767"/>
            <a:ext cx="3936251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BEDD3B-3C50-D66F-3C29-7BF57BEA551E}"/>
              </a:ext>
            </a:extLst>
          </p:cNvPr>
          <p:cNvSpPr/>
          <p:nvPr/>
        </p:nvSpPr>
        <p:spPr>
          <a:xfrm>
            <a:off x="693373" y="773501"/>
            <a:ext cx="6827520" cy="548640"/>
          </a:xfrm>
          <a:prstGeom prst="roundRect">
            <a:avLst>
              <a:gd name="adj" fmla="val 50000"/>
            </a:avLst>
          </a:prstGeom>
          <a:solidFill>
            <a:srgbClr val="A02B9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with Workbooks and Worksheets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640FBF-4885-3150-9C39-7CD47B86261B}"/>
              </a:ext>
            </a:extLst>
          </p:cNvPr>
          <p:cNvSpPr/>
          <p:nvPr/>
        </p:nvSpPr>
        <p:spPr>
          <a:xfrm>
            <a:off x="693373" y="1452232"/>
            <a:ext cx="7289052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Mastering Formula and Functions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9DC97D-553F-F38B-CD9B-9CBEDCE2A214}"/>
              </a:ext>
            </a:extLst>
          </p:cNvPr>
          <p:cNvSpPr/>
          <p:nvPr/>
        </p:nvSpPr>
        <p:spPr>
          <a:xfrm>
            <a:off x="693373" y="2130963"/>
            <a:ext cx="4176883" cy="548640"/>
          </a:xfrm>
          <a:prstGeom prst="roundRect">
            <a:avLst>
              <a:gd name="adj" fmla="val 50000"/>
            </a:avLst>
          </a:prstGeom>
          <a:solidFill>
            <a:srgbClr val="3B7D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Formatting 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BCF455-B9DB-6A8C-D87F-C1AF0F87C401}"/>
              </a:ext>
            </a:extLst>
          </p:cNvPr>
          <p:cNvSpPr/>
          <p:nvPr/>
        </p:nvSpPr>
        <p:spPr>
          <a:xfrm>
            <a:off x="693373" y="2819691"/>
            <a:ext cx="6434329" cy="548640"/>
          </a:xfrm>
          <a:prstGeom prst="roundRect">
            <a:avLst>
              <a:gd name="adj" fmla="val 50000"/>
            </a:avLst>
          </a:prstGeom>
          <a:solidFill>
            <a:srgbClr val="E85A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Worksheet Layout and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DF46E8-37B4-BFD0-4C8F-06BAA05EAD7C}"/>
              </a:ext>
            </a:extLst>
          </p:cNvPr>
          <p:cNvSpPr/>
          <p:nvPr/>
        </p:nvSpPr>
        <p:spPr>
          <a:xfrm>
            <a:off x="693373" y="3508419"/>
            <a:ext cx="5017008" cy="548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 Paste and Links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F2A7FC-6814-E41F-06C4-A7AAF336DF9C}"/>
              </a:ext>
            </a:extLst>
          </p:cNvPr>
          <p:cNvSpPr/>
          <p:nvPr/>
        </p:nvSpPr>
        <p:spPr>
          <a:xfrm>
            <a:off x="693373" y="4197147"/>
            <a:ext cx="4276344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Inserting Objects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FA3DB6-EC34-BCEB-2C8B-EE026795A803}"/>
              </a:ext>
            </a:extLst>
          </p:cNvPr>
          <p:cNvSpPr/>
          <p:nvPr/>
        </p:nvSpPr>
        <p:spPr>
          <a:xfrm>
            <a:off x="693373" y="4848245"/>
            <a:ext cx="6745225" cy="54864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the Excel Workspace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CD7346-4A18-06B7-0254-0344AB094A0A}"/>
              </a:ext>
            </a:extLst>
          </p:cNvPr>
          <p:cNvSpPr/>
          <p:nvPr/>
        </p:nvSpPr>
        <p:spPr>
          <a:xfrm>
            <a:off x="693373" y="5457599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CCCC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Printing Worksheets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B9361F-41E4-5240-087D-88EB7F8EDFEA}"/>
              </a:ext>
            </a:extLst>
          </p:cNvPr>
          <p:cNvSpPr/>
          <p:nvPr/>
        </p:nvSpPr>
        <p:spPr>
          <a:xfrm>
            <a:off x="633937" y="6119912"/>
            <a:ext cx="4395216" cy="548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Sharing Workbooks</a:t>
            </a:r>
          </a:p>
        </p:txBody>
      </p:sp>
    </p:spTree>
    <p:extLst>
      <p:ext uri="{BB962C8B-B14F-4D97-AF65-F5344CB8AC3E}">
        <p14:creationId xmlns:p14="http://schemas.microsoft.com/office/powerpoint/2010/main" val="68480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1143000"/>
          </a:xfrm>
        </p:spPr>
        <p:txBody>
          <a:bodyPr/>
          <a:lstStyle/>
          <a:p>
            <a:pPr algn="l" rtl="0" eaLnBrk="1" hangingPunct="1"/>
            <a:r>
              <a:rPr lang="en-US" altLang="en-US" sz="5400" b="1" dirty="0">
                <a:solidFill>
                  <a:srgbClr val="185C37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Training</a:t>
            </a:r>
            <a:endParaRPr lang="ar-EG" altLang="en-US" sz="5400" b="1" dirty="0">
              <a:solidFill>
                <a:srgbClr val="185C37"/>
              </a:solidFill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47003" y="3879851"/>
            <a:ext cx="11097993" cy="2113999"/>
            <a:chOff x="-1117537" y="4467218"/>
            <a:chExt cx="10032091" cy="2114005"/>
          </a:xfrm>
        </p:grpSpPr>
        <p:pic>
          <p:nvPicPr>
            <p:cNvPr id="9226" name="Picture 3" descr="C:\Program Files\Microsoft Office\MEDIA\CAGCAT10\j0240695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4917" y="4467218"/>
              <a:ext cx="2639637" cy="211400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-1117537" y="5409568"/>
              <a:ext cx="5902475" cy="7078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4000" b="1" dirty="0"/>
                <a:t>Let me do it I will understand.</a:t>
              </a:r>
              <a:endParaRPr lang="ar-EG" sz="4000" b="1" dirty="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57200" y="2146300"/>
            <a:ext cx="11277600" cy="2565400"/>
            <a:chOff x="500034" y="2500306"/>
            <a:chExt cx="8056582" cy="2565817"/>
          </a:xfrm>
        </p:grpSpPr>
        <p:sp>
          <p:nvSpPr>
            <p:cNvPr id="8" name="Rectangle 7"/>
            <p:cNvSpPr/>
            <p:nvPr/>
          </p:nvSpPr>
          <p:spPr>
            <a:xfrm>
              <a:off x="4198918" y="3009183"/>
              <a:ext cx="4357698" cy="120034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3600" b="1" dirty="0"/>
                <a:t>Show me I might remember something.</a:t>
              </a:r>
            </a:p>
          </p:txBody>
        </p:sp>
        <p:pic>
          <p:nvPicPr>
            <p:cNvPr id="9225" name="Picture 4" descr="C:\Program Files\Microsoft Office\MEDIA\CAGCAT10\j0301252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34" y="2500306"/>
              <a:ext cx="3000396" cy="2565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563040" y="536573"/>
            <a:ext cx="8171760" cy="2006600"/>
            <a:chOff x="1833708" y="743989"/>
            <a:chExt cx="6953134" cy="2007267"/>
          </a:xfrm>
        </p:grpSpPr>
        <p:sp>
          <p:nvSpPr>
            <p:cNvPr id="7" name="Rectangle 6"/>
            <p:cNvSpPr/>
            <p:nvPr/>
          </p:nvSpPr>
          <p:spPr>
            <a:xfrm>
              <a:off x="1833708" y="1069307"/>
              <a:ext cx="3353360" cy="6465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600" b="1" dirty="0"/>
                <a:t>Tell me I will forget.</a:t>
              </a:r>
            </a:p>
          </p:txBody>
        </p:sp>
        <p:pic>
          <p:nvPicPr>
            <p:cNvPr id="9223" name="Picture 5" descr="C:\Users\saidfawzy.TENDERS\AppData\Local\Microsoft\Windows\Temporary Internet Files\Content.IE5\XG5JW5O4\MPj04422270000[1]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743989"/>
              <a:ext cx="3071834" cy="200726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628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610AD-FBD4-E108-36A5-88CBAA66AC5C}"/>
              </a:ext>
            </a:extLst>
          </p:cNvPr>
          <p:cNvSpPr/>
          <p:nvPr/>
        </p:nvSpPr>
        <p:spPr>
          <a:xfrm>
            <a:off x="440647" y="165534"/>
            <a:ext cx="766722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185C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would we train?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273466-19BD-B13B-5797-0B382D3F0165}"/>
              </a:ext>
            </a:extLst>
          </p:cNvPr>
          <p:cNvGrpSpPr/>
          <p:nvPr/>
        </p:nvGrpSpPr>
        <p:grpSpPr>
          <a:xfrm>
            <a:off x="440647" y="1718158"/>
            <a:ext cx="2607353" cy="2521333"/>
            <a:chOff x="440647" y="1718158"/>
            <a:chExt cx="3460377" cy="3759538"/>
          </a:xfrm>
        </p:grpSpPr>
        <p:pic>
          <p:nvPicPr>
            <p:cNvPr id="2" name="Picture 2" descr="Importance Of Teachers In The Lives Of Students - Classplus Growth Blog">
              <a:extLst>
                <a:ext uri="{FF2B5EF4-FFF2-40B4-BE49-F238E27FC236}">
                  <a16:creationId xmlns:a16="http://schemas.microsoft.com/office/drawing/2014/main" id="{61F54D3C-0758-83A2-39D9-FFB2AB7958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647" y="1718158"/>
              <a:ext cx="3460377" cy="2139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F1C879-4F3A-8865-BCAA-6B408E621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5591" y="3857239"/>
              <a:ext cx="2146300" cy="1620457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6EC9168-21EE-EB22-415A-5E5DD1DD8756}"/>
              </a:ext>
            </a:extLst>
          </p:cNvPr>
          <p:cNvGrpSpPr/>
          <p:nvPr/>
        </p:nvGrpSpPr>
        <p:grpSpPr>
          <a:xfrm>
            <a:off x="3798660" y="1616323"/>
            <a:ext cx="2361996" cy="2383024"/>
            <a:chOff x="4435968" y="1680976"/>
            <a:chExt cx="3497260" cy="3105249"/>
          </a:xfrm>
        </p:grpSpPr>
        <p:pic>
          <p:nvPicPr>
            <p:cNvPr id="3076" name="Picture 4" descr="Computer Training Vector Art, Icons, and Graphics for Free Download">
              <a:extLst>
                <a:ext uri="{FF2B5EF4-FFF2-40B4-BE49-F238E27FC236}">
                  <a16:creationId xmlns:a16="http://schemas.microsoft.com/office/drawing/2014/main" id="{786FA8E8-33F9-20CF-5A49-96FF72C47D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5968" y="1680976"/>
              <a:ext cx="3497260" cy="22346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CF8F43-8724-5C3C-CAD0-68C38CBB2C12}"/>
                </a:ext>
              </a:extLst>
            </p:cNvPr>
            <p:cNvSpPr/>
            <p:nvPr/>
          </p:nvSpPr>
          <p:spPr>
            <a:xfrm>
              <a:off x="4590715" y="3678229"/>
              <a:ext cx="3010569" cy="11079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600" b="1" cap="none" spc="0" dirty="0">
                  <a:ln w="0"/>
                  <a:solidFill>
                    <a:srgbClr val="0285CB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Exercise</a:t>
              </a:r>
            </a:p>
          </p:txBody>
        </p:sp>
      </p:grpSp>
      <p:pic>
        <p:nvPicPr>
          <p:cNvPr id="3078" name="Picture 6" descr="From Stress to Success: The Crucial Importance of Exams">
            <a:extLst>
              <a:ext uri="{FF2B5EF4-FFF2-40B4-BE49-F238E27FC236}">
                <a16:creationId xmlns:a16="http://schemas.microsoft.com/office/drawing/2014/main" id="{358B867D-5116-6107-4E43-046241436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238" y="288972"/>
            <a:ext cx="3388700" cy="24265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D81A5E-9127-9D62-8834-9E8ABCDB22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0050" y="2806744"/>
            <a:ext cx="3820657" cy="286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8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odèle 3D de Icône de dossier d'ordinateur - TurboSquid 1692540">
            <a:extLst>
              <a:ext uri="{FF2B5EF4-FFF2-40B4-BE49-F238E27FC236}">
                <a16:creationId xmlns:a16="http://schemas.microsoft.com/office/drawing/2014/main" id="{3ED0C5A7-D6D4-2139-40C2-C1786E439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51" y="611912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BAED63-4234-5CB8-4AA9-5CFF89E2697F}"/>
              </a:ext>
            </a:extLst>
          </p:cNvPr>
          <p:cNvSpPr/>
          <p:nvPr/>
        </p:nvSpPr>
        <p:spPr>
          <a:xfrm>
            <a:off x="1521865" y="3970511"/>
            <a:ext cx="4336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Folder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1D9C4-2ECC-8579-21F9-E6C0DC4D5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496" y="526210"/>
            <a:ext cx="3832853" cy="452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3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6C6BBD-6DBA-4137-78BC-7FFC09C0CC42}"/>
              </a:ext>
            </a:extLst>
          </p:cNvPr>
          <p:cNvSpPr/>
          <p:nvPr/>
        </p:nvSpPr>
        <p:spPr>
          <a:xfrm>
            <a:off x="517613" y="134879"/>
            <a:ext cx="5578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TRAINING ARE BASED ON BOOKS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88D4D0-3BBA-FB93-D9FD-7B2582D06E94}"/>
              </a:ext>
            </a:extLst>
          </p:cNvPr>
          <p:cNvSpPr txBox="1"/>
          <p:nvPr/>
        </p:nvSpPr>
        <p:spPr>
          <a:xfrm>
            <a:off x="7469136" y="1181763"/>
            <a:ext cx="4625730" cy="523220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https://github.com/saidfawzy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66FA961-48E2-08EF-0E63-1CB06C3A8CAE}"/>
              </a:ext>
            </a:extLst>
          </p:cNvPr>
          <p:cNvSpPr/>
          <p:nvPr/>
        </p:nvSpPr>
        <p:spPr>
          <a:xfrm>
            <a:off x="0" y="12125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 w="1587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      TRAINING ARE BASED ON BOOKS</a:t>
            </a:r>
          </a:p>
        </p:txBody>
      </p:sp>
      <p:pic>
        <p:nvPicPr>
          <p:cNvPr id="13" name="Picture 12" descr="A cover of a book&#10;&#10;AI-generated content may be incorrect.">
            <a:extLst>
              <a:ext uri="{FF2B5EF4-FFF2-40B4-BE49-F238E27FC236}">
                <a16:creationId xmlns:a16="http://schemas.microsoft.com/office/drawing/2014/main" id="{C4E42A9D-4EE1-E1BE-0884-6EE793F134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3105">
            <a:off x="510079" y="1495516"/>
            <a:ext cx="3147856" cy="443543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7" name="Picture 16" descr="A computer screen with a green computer and a green x symbol&#10;&#10;AI-generated content may be incorrect.">
            <a:extLst>
              <a:ext uri="{FF2B5EF4-FFF2-40B4-BE49-F238E27FC236}">
                <a16:creationId xmlns:a16="http://schemas.microsoft.com/office/drawing/2014/main" id="{06422EAF-640D-8360-E066-B5B2D2871F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02342">
            <a:off x="3735551" y="990720"/>
            <a:ext cx="3453484" cy="486607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791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00EEF-5FEF-3060-2F24-9B2948CD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D7E94F-ECE6-77B0-F65F-43B35A8AACE2}"/>
              </a:ext>
            </a:extLst>
          </p:cNvPr>
          <p:cNvSpPr/>
          <p:nvPr/>
        </p:nvSpPr>
        <p:spPr>
          <a:xfrm>
            <a:off x="517613" y="134879"/>
            <a:ext cx="5578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TRAINING ARE BASED ON BOOKS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9DECD0-C3F4-A916-2E21-D5185AA1E03F}"/>
              </a:ext>
            </a:extLst>
          </p:cNvPr>
          <p:cNvSpPr txBox="1"/>
          <p:nvPr/>
        </p:nvSpPr>
        <p:spPr>
          <a:xfrm>
            <a:off x="6920496" y="1474371"/>
            <a:ext cx="4625730" cy="523220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https://github.com/saidfawzy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4B66009-AE58-4EDB-DB58-E7F1837631BB}"/>
              </a:ext>
            </a:extLst>
          </p:cNvPr>
          <p:cNvSpPr/>
          <p:nvPr/>
        </p:nvSpPr>
        <p:spPr>
          <a:xfrm>
            <a:off x="0" y="12125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 w="1587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      TRAINING ARE BASED ON BOOKS</a:t>
            </a:r>
          </a:p>
        </p:txBody>
      </p:sp>
      <p:pic>
        <p:nvPicPr>
          <p:cNvPr id="13" name="Picture 12" descr="A cover of a book&#10;&#10;AI-generated content may be incorrect.">
            <a:extLst>
              <a:ext uri="{FF2B5EF4-FFF2-40B4-BE49-F238E27FC236}">
                <a16:creationId xmlns:a16="http://schemas.microsoft.com/office/drawing/2014/main" id="{E89BA376-3C77-B216-DBD0-AAEDDC633C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05" y="3162049"/>
            <a:ext cx="2018754" cy="28444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7" name="Picture 16" descr="A computer screen with a green computer and a green x symbol&#10;&#10;AI-generated content may be incorrect.">
            <a:extLst>
              <a:ext uri="{FF2B5EF4-FFF2-40B4-BE49-F238E27FC236}">
                <a16:creationId xmlns:a16="http://schemas.microsoft.com/office/drawing/2014/main" id="{5D38E051-3FE0-C60E-BADB-E1BEB7B9F9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351" y="3162049"/>
            <a:ext cx="2097885" cy="295599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250E4C-0962-4F2E-39C5-5076338186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57602">
            <a:off x="5907528" y="2500392"/>
            <a:ext cx="5401524" cy="36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78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DD5B6-0010-F9D0-36A1-9A58FDCA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AAB102-9372-CB7E-8CA4-B52FED31D56B}"/>
              </a:ext>
            </a:extLst>
          </p:cNvPr>
          <p:cNvSpPr/>
          <p:nvPr/>
        </p:nvSpPr>
        <p:spPr>
          <a:xfrm>
            <a:off x="517613" y="134879"/>
            <a:ext cx="5578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TRAINING ARE BASED ON BOOKS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29230B-C306-32D2-EB8E-8170C6FBF465}"/>
              </a:ext>
            </a:extLst>
          </p:cNvPr>
          <p:cNvSpPr txBox="1"/>
          <p:nvPr/>
        </p:nvSpPr>
        <p:spPr>
          <a:xfrm>
            <a:off x="6920496" y="1474371"/>
            <a:ext cx="4625730" cy="523220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https://github.com/saidfawzy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ACA72A3-152C-F9F1-AEC3-9F84E2BA6855}"/>
              </a:ext>
            </a:extLst>
          </p:cNvPr>
          <p:cNvSpPr/>
          <p:nvPr/>
        </p:nvSpPr>
        <p:spPr>
          <a:xfrm>
            <a:off x="0" y="12125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 w="1587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      TRAINING ARE BASED ON BOOKS</a:t>
            </a:r>
          </a:p>
        </p:txBody>
      </p:sp>
      <p:pic>
        <p:nvPicPr>
          <p:cNvPr id="13" name="Picture 12" descr="A cover of a book&#10;&#10;AI-generated content may be incorrect.">
            <a:extLst>
              <a:ext uri="{FF2B5EF4-FFF2-40B4-BE49-F238E27FC236}">
                <a16:creationId xmlns:a16="http://schemas.microsoft.com/office/drawing/2014/main" id="{87CB5F56-8421-86E9-487B-ECB4329AA6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69" y="1005243"/>
            <a:ext cx="1193709" cy="168197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7" name="Picture 16" descr="A computer screen with a green computer and a green x symbol&#10;&#10;AI-generated content may be incorrect.">
            <a:extLst>
              <a:ext uri="{FF2B5EF4-FFF2-40B4-BE49-F238E27FC236}">
                <a16:creationId xmlns:a16="http://schemas.microsoft.com/office/drawing/2014/main" id="{D37404F0-DFD1-2B33-D236-F942828CB2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134" y="1005243"/>
            <a:ext cx="1193709" cy="168197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28D248-9ADF-A5DB-6F33-9EBD635CF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16625">
            <a:off x="79099" y="2772628"/>
            <a:ext cx="2669157" cy="18196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635E89-2201-6C68-6088-D34B30F55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6070" y="3750597"/>
            <a:ext cx="9200974" cy="226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918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1DF54-5D51-A280-5138-6AB90D6B2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67379D-2FD6-A339-486A-312A8A3A4C5B}"/>
              </a:ext>
            </a:extLst>
          </p:cNvPr>
          <p:cNvSpPr/>
          <p:nvPr/>
        </p:nvSpPr>
        <p:spPr>
          <a:xfrm>
            <a:off x="0" y="1"/>
            <a:ext cx="12192000" cy="5962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47DF-FDD7-3DA6-6D1D-8BA0E74C1CE9}"/>
              </a:ext>
            </a:extLst>
          </p:cNvPr>
          <p:cNvSpPr/>
          <p:nvPr/>
        </p:nvSpPr>
        <p:spPr>
          <a:xfrm>
            <a:off x="1489161" y="621103"/>
            <a:ext cx="4345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JOINE TRAINING GROUPS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C6C216-9029-C01A-F4CA-DD821920948F}"/>
              </a:ext>
            </a:extLst>
          </p:cNvPr>
          <p:cNvGrpSpPr/>
          <p:nvPr/>
        </p:nvGrpSpPr>
        <p:grpSpPr>
          <a:xfrm>
            <a:off x="1489161" y="1512492"/>
            <a:ext cx="7930884" cy="3050881"/>
            <a:chOff x="1489161" y="1158810"/>
            <a:chExt cx="6445879" cy="247948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D1E338-141A-EE2B-022F-1DA4C51C1A89}"/>
                </a:ext>
              </a:extLst>
            </p:cNvPr>
            <p:cNvSpPr/>
            <p:nvPr/>
          </p:nvSpPr>
          <p:spPr>
            <a:xfrm>
              <a:off x="1489161" y="1158810"/>
              <a:ext cx="6445879" cy="2479482"/>
            </a:xfrm>
            <a:custGeom>
              <a:avLst/>
              <a:gdLst>
                <a:gd name="connsiteX0" fmla="*/ 0 w 4943391"/>
                <a:gd name="connsiteY0" fmla="*/ 0 h 1828800"/>
                <a:gd name="connsiteX1" fmla="*/ 3914594 w 4943391"/>
                <a:gd name="connsiteY1" fmla="*/ 0 h 1828800"/>
                <a:gd name="connsiteX2" fmla="*/ 4943391 w 4943391"/>
                <a:gd name="connsiteY2" fmla="*/ 914400 h 1828800"/>
                <a:gd name="connsiteX3" fmla="*/ 3914594 w 4943391"/>
                <a:gd name="connsiteY3" fmla="*/ 1828800 h 1828800"/>
                <a:gd name="connsiteX4" fmla="*/ 0 w 4943391"/>
                <a:gd name="connsiteY4" fmla="*/ 18288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3391" h="1828800">
                  <a:moveTo>
                    <a:pt x="0" y="0"/>
                  </a:moveTo>
                  <a:lnTo>
                    <a:pt x="3914594" y="0"/>
                  </a:lnTo>
                  <a:cubicBezTo>
                    <a:pt x="4482783" y="0"/>
                    <a:pt x="4943391" y="409391"/>
                    <a:pt x="4943391" y="914400"/>
                  </a:cubicBezTo>
                  <a:cubicBezTo>
                    <a:pt x="4943391" y="1419409"/>
                    <a:pt x="4482783" y="1828800"/>
                    <a:pt x="3914594" y="1828800"/>
                  </a:cubicBezTo>
                  <a:lnTo>
                    <a:pt x="0" y="182880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ADC625C-5775-0201-A7BB-3832248AD608}"/>
                </a:ext>
              </a:extLst>
            </p:cNvPr>
            <p:cNvGrpSpPr/>
            <p:nvPr/>
          </p:nvGrpSpPr>
          <p:grpSpPr>
            <a:xfrm>
              <a:off x="3455974" y="1449545"/>
              <a:ext cx="3961157" cy="2028961"/>
              <a:chOff x="706574" y="5212427"/>
              <a:chExt cx="3961157" cy="2028961"/>
            </a:xfrm>
          </p:grpSpPr>
          <p:pic>
            <p:nvPicPr>
              <p:cNvPr id="14" name="Picture 13" descr="A green circle with a white phone logo&#10;&#10;Description automatically generated">
                <a:extLst>
                  <a:ext uri="{FF2B5EF4-FFF2-40B4-BE49-F238E27FC236}">
                    <a16:creationId xmlns:a16="http://schemas.microsoft.com/office/drawing/2014/main" id="{C72087E3-46DB-1B7A-EC83-242C606CE8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574" y="5736347"/>
                <a:ext cx="520675" cy="457200"/>
              </a:xfrm>
              <a:prstGeom prst="rect">
                <a:avLst/>
              </a:prstGeom>
            </p:spPr>
          </p:pic>
          <p:pic>
            <p:nvPicPr>
              <p:cNvPr id="15" name="Picture 14" descr="A blue circle with white letters on it&#10;&#10;Description automatically generated">
                <a:extLst>
                  <a:ext uri="{FF2B5EF4-FFF2-40B4-BE49-F238E27FC236}">
                    <a16:creationId xmlns:a16="http://schemas.microsoft.com/office/drawing/2014/main" id="{D9C0BD25-1395-C1DF-CF6C-ADC0E9EFDB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574" y="6260267"/>
                <a:ext cx="530142" cy="457200"/>
              </a:xfrm>
              <a:prstGeom prst="rect">
                <a:avLst/>
              </a:prstGeom>
            </p:spPr>
          </p:pic>
          <p:pic>
            <p:nvPicPr>
              <p:cNvPr id="16" name="Picture 15" descr="A blue circle with a white letter f on it&#10;&#10;Description automatically generated">
                <a:extLst>
                  <a:ext uri="{FF2B5EF4-FFF2-40B4-BE49-F238E27FC236}">
                    <a16:creationId xmlns:a16="http://schemas.microsoft.com/office/drawing/2014/main" id="{9C720855-E3D1-17A3-E196-506F8FBBD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574" y="6784188"/>
                <a:ext cx="531280" cy="457200"/>
              </a:xfrm>
              <a:prstGeom prst="rect">
                <a:avLst/>
              </a:prstGeom>
            </p:spPr>
          </p:pic>
          <p:sp>
            <p:nvSpPr>
              <p:cNvPr id="17" name="TextBox 16">
                <a:hlinkClick r:id="rId6"/>
                <a:extLst>
                  <a:ext uri="{FF2B5EF4-FFF2-40B4-BE49-F238E27FC236}">
                    <a16:creationId xmlns:a16="http://schemas.microsoft.com/office/drawing/2014/main" id="{A984AE2A-CE6F-64C9-AFE6-3869CFB90174}"/>
                  </a:ext>
                </a:extLst>
              </p:cNvPr>
              <p:cNvSpPr txBox="1"/>
              <p:nvPr/>
            </p:nvSpPr>
            <p:spPr>
              <a:xfrm>
                <a:off x="1541651" y="6784188"/>
                <a:ext cx="31260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Facebook Group</a:t>
                </a:r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B4807D-F758-1823-D6D8-760ED5FE96FD}"/>
                  </a:ext>
                </a:extLst>
              </p:cNvPr>
              <p:cNvSpPr txBox="1"/>
              <p:nvPr/>
            </p:nvSpPr>
            <p:spPr>
              <a:xfrm>
                <a:off x="1486190" y="5770369"/>
                <a:ext cx="27045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WhatsApp Group</a:t>
                </a:r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B51D22-4170-58A5-CB87-649D2A354200}"/>
                  </a:ext>
                </a:extLst>
              </p:cNvPr>
              <p:cNvSpPr txBox="1"/>
              <p:nvPr/>
            </p:nvSpPr>
            <p:spPr>
              <a:xfrm>
                <a:off x="1486190" y="5240972"/>
                <a:ext cx="26067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Telegram Group</a:t>
                </a:r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  <p:pic>
            <p:nvPicPr>
              <p:cNvPr id="20" name="Picture 19" descr="A blue circle with a white triangle in the middle&#10;&#10;Description automatically generated">
                <a:extLst>
                  <a:ext uri="{FF2B5EF4-FFF2-40B4-BE49-F238E27FC236}">
                    <a16:creationId xmlns:a16="http://schemas.microsoft.com/office/drawing/2014/main" id="{96808C3F-1B28-7819-9C5D-615752533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574" y="5212427"/>
                <a:ext cx="539236" cy="457200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F830FE-FC9B-E764-D245-EF33132A19D2}"/>
                  </a:ext>
                </a:extLst>
              </p:cNvPr>
              <p:cNvSpPr txBox="1"/>
              <p:nvPr/>
            </p:nvSpPr>
            <p:spPr>
              <a:xfrm>
                <a:off x="1541651" y="6243530"/>
                <a:ext cx="25936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2000">
                    <a:solidFill>
                      <a:srgbClr val="0070C0"/>
                    </a:solidFill>
                  </a:defRPr>
                </a:lvl1pPr>
              </a:lstStyle>
              <a:p>
                <a:r>
                  <a:rPr lang="en-US" dirty="0"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LinkedIn Group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338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819151" y="2562306"/>
            <a:ext cx="2545377" cy="3143842"/>
            <a:chOff x="981075" y="3240488"/>
            <a:chExt cx="2545377" cy="3143842"/>
          </a:xfrm>
        </p:grpSpPr>
        <p:pic>
          <p:nvPicPr>
            <p:cNvPr id="2050" name="Picture 2" descr="http://www.equinoxpub.com/blog/wp-content/uploads/2014/09/Religion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075" y="3240488"/>
              <a:ext cx="2308225" cy="2220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981075" y="5461000"/>
              <a:ext cx="254537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solidFill>
                    <a:srgbClr val="185C37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Religion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720085" y="2359106"/>
            <a:ext cx="2352675" cy="3347042"/>
            <a:chOff x="4384096" y="3189688"/>
            <a:chExt cx="2352675" cy="3347042"/>
          </a:xfrm>
        </p:grpSpPr>
        <p:pic>
          <p:nvPicPr>
            <p:cNvPr id="2054" name="Picture 6" descr="http://www.commlawblog.com/files/2014/10/political-candidate-1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096" y="3189688"/>
              <a:ext cx="23526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384096" y="5613400"/>
              <a:ext cx="191116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solidFill>
                    <a:srgbClr val="185C37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Policy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486059" y="2681303"/>
            <a:ext cx="3019425" cy="3024845"/>
            <a:chOff x="8480425" y="3359485"/>
            <a:chExt cx="3019425" cy="3024845"/>
          </a:xfrm>
        </p:grpSpPr>
        <p:sp>
          <p:nvSpPr>
            <p:cNvPr id="5" name="Rectangle 4"/>
            <p:cNvSpPr/>
            <p:nvPr/>
          </p:nvSpPr>
          <p:spPr>
            <a:xfrm>
              <a:off x="8772525" y="5461000"/>
              <a:ext cx="209704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solidFill>
                    <a:srgbClr val="185C37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Soccer</a:t>
              </a:r>
            </a:p>
          </p:txBody>
        </p:sp>
        <p:pic>
          <p:nvPicPr>
            <p:cNvPr id="2056" name="Picture 8" descr="http://www.wired.com/wp-content/uploads/images_blogs/playbook/2012/10/soccer-arsenal-v-liverpool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0425" y="3359485"/>
              <a:ext cx="3019425" cy="200791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1" y="153158"/>
            <a:ext cx="1219199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185C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are Allowed to Talk </a:t>
            </a:r>
          </a:p>
          <a:p>
            <a:pPr algn="ctr"/>
            <a:r>
              <a:rPr lang="en-US" sz="5400" b="1" dirty="0">
                <a:ln w="0"/>
                <a:solidFill>
                  <a:srgbClr val="185C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about anything except </a:t>
            </a:r>
          </a:p>
        </p:txBody>
      </p:sp>
    </p:spTree>
    <p:extLst>
      <p:ext uri="{BB962C8B-B14F-4D97-AF65-F5344CB8AC3E}">
        <p14:creationId xmlns:p14="http://schemas.microsoft.com/office/powerpoint/2010/main" val="258167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02EE28-B3E6-F332-39F5-78CC80E18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69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88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D3C7D24-C9E5-BA5E-A31E-01226A2CE109}"/>
              </a:ext>
            </a:extLst>
          </p:cNvPr>
          <p:cNvGrpSpPr/>
          <p:nvPr/>
        </p:nvGrpSpPr>
        <p:grpSpPr>
          <a:xfrm>
            <a:off x="-1" y="179697"/>
            <a:ext cx="3417456" cy="1488035"/>
            <a:chOff x="-1" y="179697"/>
            <a:chExt cx="3417456" cy="1488035"/>
          </a:xfrm>
        </p:grpSpPr>
        <p:pic>
          <p:nvPicPr>
            <p:cNvPr id="5" name="Picture 4" descr="Microsoft Excel - Wikipedia">
              <a:extLst>
                <a:ext uri="{FF2B5EF4-FFF2-40B4-BE49-F238E27FC236}">
                  <a16:creationId xmlns:a16="http://schemas.microsoft.com/office/drawing/2014/main" id="{7E8FB877-F6BC-FC8B-C63C-9006EFA223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179697"/>
              <a:ext cx="1597891" cy="14880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F14FAC-279D-1346-BB6A-F998005C367B}"/>
                </a:ext>
              </a:extLst>
            </p:cNvPr>
            <p:cNvSpPr/>
            <p:nvPr/>
          </p:nvSpPr>
          <p:spPr>
            <a:xfrm>
              <a:off x="1597890" y="390725"/>
              <a:ext cx="1819565" cy="1065977"/>
            </a:xfrm>
            <a:prstGeom prst="rect">
              <a:avLst/>
            </a:prstGeom>
            <a:solidFill>
              <a:srgbClr val="185C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EFEF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EXCEL</a:t>
              </a:r>
              <a:b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EFEF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EFEF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INTERMEDIATE</a:t>
              </a:r>
              <a:b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EFEF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EFEF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TRAINING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1137</TotalTime>
  <Words>1135</Words>
  <Application>Microsoft Office PowerPoint</Application>
  <PresentationFormat>Widescreen</PresentationFormat>
  <Paragraphs>462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Abadi</vt:lpstr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Open Sans SemiBold</vt:lpstr>
      <vt:lpstr>Tw Cen MT</vt:lpstr>
      <vt:lpstr>Retrospect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99</cp:revision>
  <dcterms:created xsi:type="dcterms:W3CDTF">2016-11-14T07:59:55Z</dcterms:created>
  <dcterms:modified xsi:type="dcterms:W3CDTF">2025-10-27T12:27:55Z</dcterms:modified>
</cp:coreProperties>
</file>